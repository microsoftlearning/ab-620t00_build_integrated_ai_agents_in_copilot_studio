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4"/>
  </p:sldMasterIdLst>
  <p:notesMasterIdLst>
    <p:notesMasterId r:id="rId20"/>
  </p:notesMasterIdLst>
  <p:handoutMasterIdLst>
    <p:handoutMasterId r:id="rId21"/>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Zava Retail Group Co. Marketing Principles" id="{B515CB6A-B2A7-4D33-9E34-ED1BC73C8BE5}">
          <p14:sldIdLst>
            <p14:sldId id="2561"/>
          </p14:sldIdLst>
        </p14:section>
        <p14:section name="Introduction" id="{187A040D-981F-4763-BABF-4B7CC32DFE0B}">
          <p14:sldIdLst>
            <p14:sldId id="2562"/>
            <p14:sldId id="2563"/>
          </p14:sldIdLst>
        </p14:section>
        <p14:section name="Customer-Centered Marketing" id="{119A44A7-538F-4028-AAD9-3898C307B5EE}">
          <p14:sldIdLst>
            <p14:sldId id="2564"/>
            <p14:sldId id="2565"/>
          </p14:sldIdLst>
        </p14:section>
        <p14:section name="Omnichannel Strategy" id="{ECEDF398-E66F-4C3B-BA6C-8C5956101734}">
          <p14:sldIdLst>
            <p14:sldId id="2566"/>
            <p14:sldId id="2567"/>
          </p14:sldIdLst>
        </p14:section>
        <p14:section name="Data-Driven Marketing" id="{A1A9EC45-700F-47B6-A7E6-966DAA0E861F}">
          <p14:sldIdLst>
            <p14:sldId id="2568"/>
            <p14:sldId id="2569"/>
          </p14:sldIdLst>
        </p14:section>
        <p14:section name="Brand Positioning" id="{9CFCD97E-6C4C-49CE-B4D3-D642A79E6FAB}">
          <p14:sldIdLst>
            <p14:sldId id="2570"/>
            <p14:sldId id="2571"/>
          </p14:sldIdLst>
        </p14:section>
        <p14:section name="Digital Engagement" id="{AD06255B-9C65-4673-83A0-99AE532B7C25}">
          <p14:sldIdLst>
            <p14:sldId id="2572"/>
            <p14:sldId id="2573"/>
          </p14:sldIdLst>
        </p14:section>
        <p14:section name="Conclusion" id="{0747907C-5E72-4A29-9FB5-8B333E9B3C19}">
          <p14:sldIdLst>
            <p14:sldId id="2574"/>
            <p14:sldId id="25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010E4221-6F06-64E5-5214-772388C857B5}" name="Elizabeth Feldbruegge (ALLEGIS GROUP HOLDINGS INC)" initials="EF(GHI" userId="S::v-felizabeth@microsoft.com::ba5aea11-28e4-484d-8e49-c15efb1bd2e9" providerId="AD"/>
  <p188:author id="{E2471F2E-E011-F521-299E-65FC243E7E5E}" name="David Salaguinto" initials="DS" userId="S::davidsa@microsoft.com::9399e6ad-b974-43d0-b593-8c2804f84e0d" providerId="AD"/>
  <p188:author id="{9941987A-41B7-49AC-EE6E-03F2D0BD95BA}" name="Daria Naidenov" initials="DN" userId="S::danaidenov@microsoft.com::ab38ab5f-bdf0-4774-ae5a-d2782abb2027" providerId="AD"/>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A31D3"/>
    <a:srgbClr val="F3DA0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F7A3F6-9F06-4975-A3F2-3413EAE68142}" v="17" dt="2026-01-16T14:56:22.542"/>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49" autoAdjust="0"/>
    <p:restoredTop sz="94879" autoAdjust="0"/>
  </p:normalViewPr>
  <p:slideViewPr>
    <p:cSldViewPr snapToGrid="0">
      <p:cViewPr>
        <p:scale>
          <a:sx n="100" d="100"/>
          <a:sy n="100" d="100"/>
        </p:scale>
        <p:origin x="-331" y="-538"/>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1/16/2026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1248684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of Zava Retail Group and Marketing Focus</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137659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Zava Retail Group is a global retail company operating across brick-and-mortar stores and a rapidly growing e-commerce platform. The company’s marketing principles are designed to align with its vision of delivering exceptional customer experiences while driving sustainable growth. This introduction sets the stage for understanding how Zava integrates traditional retail strategies with modern digital marketing approaches. The focus is on creating a unified brand presence, leveraging data-driven insights, and maintaining customer-centricity in all marketing efforts. By combining physical and digital channels, Zava aims to meet evolving consumer expectations and strengthen its competitive position in the global retail market.</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2962894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Principles of Customer-Centricity</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563012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Customer-centered marketing is the cornerstone of Zava’s strategy. It involves understanding and anticipating customer needs across all touchpoints, ensuring that every interaction adds value and builds trust. Zava prioritizes personalized experiences, tailoring product recommendations, promotions, and communications to individual preferences. This approach fosters loyalty and long-term engagement, which are critical for sustaining growth in a competitive retail environment. By actively listening to customer feedback and analyzing behavioral data, Zava continuously refines its offerings to exceed expectations. The ultimate goal is to create a seamless, enjoyable shopping journey that resonates with customers both online and in-store.</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1867467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Integration of Physical and Digital Channels</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255630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Zava’s omnichannel strategy ensures that customers experience a unified brand presence regardless of where they shop. This involves integrating brick-and-mortar stores with e-commerce platforms, enabling features such as buy-online-pickup-in-store (BOPIS) and seamless returns across channels. Consistent pricing, branding, and customer support are maintained to reinforce trust and convenience. Omnichannel marketing also leverages digital tools like mobile apps, loyalty programs, and personalized email campaigns to enhance engagement. By bridging the gap between physical and digital experiences, Zava creates a cohesive ecosystem that empowers customers to shop on their terms, improving satisfaction and retention.</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522733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Leveraging Analytics for Strategic Decisions</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568064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Data-driven marketing enables Zava to make informed decisions that optimize campaigns and improve customer engagement. By analyzing sales data, loyalty program metrics, and sentiment feedback, Zava identifies trends and opportunities for growth. Predictive analytics help forecast demand, personalize offers, and allocate resources efficiently. This approach also supports continuous performance evaluation, ensuring that marketing investments deliver measurable returns. Data insights guide product development, pricing strategies, and promotional planning, creating a feedback loop that enhances agility and responsiveness in a dynamic retail landscape.</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12852491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Building a Strong Brand Identity</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17481663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Zava’s brand positioning emphasizes quality, convenience, and trust. Marketing efforts focus on communicating these values consistently across all channels. The brand narrative highlights Zava’s commitment to customer satisfaction, innovation, and reliability. Differentiation is achieved through superior service standards, curated product assortments, and immersive shopping experiences. By reinforcing these attributes in advertising, social media, and in-store messaging, Zava strengthens its emotional connection with customers and builds long-term loyalty. Effective brand positioning ensures that Zava remains top-of-mind in a crowded marketplace.</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41765698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Maximizing Online Interaction</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30231762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Digital engagement is critical for reaching today’s connected consumers. Zava leverages social media platforms, targeted email campaigns, and digital advertising to maintain visibility and relevance. Interactive content, influencer partnerships, and community-building initiatives foster deeper connections with audiences. Real-time support through AI-driven assistants enhances convenience and responsiveness, while feedback mechanisms encourage customer participation. By creating engaging digital experiences, Zava not only drives traffic and conversions but also strengthens brand advocacy and trust in an increasingly competitive online environment.</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3865702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of Marketing Principles</a:t>
            </a:r>
          </a:p>
        </p:txBody>
      </p:sp>
      <p:sp>
        <p:nvSpPr>
          <p:cNvPr id="4" name="Slide Number Placeholder 3"/>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9831135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Zava Retail Group’s marketing principles revolve around customer-centricity, omnichannel integration, data-driven decision-making, strong brand positioning, and digital engagement. These pillars collectively support the company’s mission to deliver exceptional experiences, foster loyalty, and drive sustainable growth. By aligning marketing strategies with evolving consumer behaviors and technological advancements, Zava ensures its continued relevance and leadership in the global retail industry.</a:t>
            </a:r>
          </a:p>
        </p:txBody>
      </p:sp>
      <p:sp>
        <p:nvSpPr>
          <p:cNvPr id="4" name="Slide Number Placeholder 3"/>
          <p:cNvSpPr>
            <a:spLocks noGrp="1"/>
          </p:cNvSpPr>
          <p:nvPr>
            <p:ph type="sldNum" sz="quarter" idx="5"/>
          </p:nvPr>
        </p:nvSpPr>
        <p:spPr/>
        <p:txBody>
          <a:bodyPr/>
          <a:lstStyle/>
          <a:p>
            <a:fld id="{BFDD6F49-EBB7-4CCF-97A8-E526BB28BB69}" type="slidenum">
              <a:rPr lang="en-US" smtClean="0"/>
              <a:t>15</a:t>
            </a:fld>
            <a:endParaRPr lang="en-US" dirty="0"/>
          </a:p>
        </p:txBody>
      </p:sp>
    </p:spTree>
    <p:extLst>
      <p:ext uri="{BB962C8B-B14F-4D97-AF65-F5344CB8AC3E}">
        <p14:creationId xmlns:p14="http://schemas.microsoft.com/office/powerpoint/2010/main" val="35916628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8" name="Title 7">
            <a:extLst>
              <a:ext uri="{FF2B5EF4-FFF2-40B4-BE49-F238E27FC236}">
                <a16:creationId xmlns:a16="http://schemas.microsoft.com/office/drawing/2014/main" id="{49EADE56-83C3-A0FE-16E6-4951D485245E}"/>
              </a:ext>
            </a:extLst>
          </p:cNvPr>
          <p:cNvSpPr>
            <a:spLocks noGrp="1"/>
          </p:cNvSpPr>
          <p:nvPr>
            <p:ph type="title"/>
          </p:nvPr>
        </p:nvSpPr>
        <p:spPr>
          <a:xfrm>
            <a:off x="5225142" y="1129552"/>
            <a:ext cx="6305441" cy="3475237"/>
          </a:xfrm>
        </p:spPr>
        <p:txBody>
          <a:bodyPr anchor="b">
            <a:normAutofit/>
          </a:bodyPr>
          <a:lstStyle>
            <a:lvl1pPr>
              <a:defRPr sz="5400" baseline="0">
                <a:solidFill>
                  <a:schemeClr val="bg1"/>
                </a:solidFill>
                <a:highlight>
                  <a:srgbClr val="000000"/>
                </a:highlight>
              </a:defRPr>
            </a:lvl1pPr>
          </a:lstStyle>
          <a:p>
            <a:r>
              <a:rPr lang="en-US" dirty="0"/>
              <a:t>Click to edit Master title style</a:t>
            </a:r>
          </a:p>
        </p:txBody>
      </p:sp>
      <p:sp>
        <p:nvSpPr>
          <p:cNvPr id="12" name="Text Placeholder 11">
            <a:extLst>
              <a:ext uri="{FF2B5EF4-FFF2-40B4-BE49-F238E27FC236}">
                <a16:creationId xmlns:a16="http://schemas.microsoft.com/office/drawing/2014/main" id="{2A12605A-4E59-2133-7372-7B21BC55C9F5}"/>
              </a:ext>
            </a:extLst>
          </p:cNvPr>
          <p:cNvSpPr>
            <a:spLocks noGrp="1"/>
          </p:cNvSpPr>
          <p:nvPr>
            <p:ph type="body" sz="quarter" idx="14"/>
          </p:nvPr>
        </p:nvSpPr>
        <p:spPr>
          <a:xfrm>
            <a:off x="7169150" y="4730750"/>
            <a:ext cx="4205288" cy="1185863"/>
          </a:xfrm>
        </p:spPr>
        <p:txBody>
          <a:bodyPr>
            <a:normAutofit/>
          </a:bodyPr>
          <a:lstStyle>
            <a:lvl1pPr marL="0" indent="0">
              <a:buNone/>
              <a:defRPr sz="18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886426EA-0386-4881-8D6D-3F08C95C4A7F}" type="datetime1">
              <a:rPr lang="en-US" smtClean="0"/>
              <a:t>1/16/2026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58211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D96F6A0-07FF-1828-19D1-FE1D9B92187E}"/>
              </a:ext>
            </a:extLst>
          </p:cNvPr>
          <p:cNvSpPr>
            <a:spLocks noGrp="1"/>
          </p:cNvSpPr>
          <p:nvPr>
            <p:ph type="title"/>
          </p:nvPr>
        </p:nvSpPr>
        <p:spPr>
          <a:xfrm>
            <a:off x="621792" y="548640"/>
            <a:ext cx="11060134" cy="731520"/>
          </a:xfrm>
        </p:spPr>
        <p:txBody>
          <a:bodyPr>
            <a:normAutofit/>
          </a:bodyPr>
          <a:lstStyle>
            <a:lvl1pPr>
              <a:defRPr sz="4000">
                <a:solidFill>
                  <a:schemeClr val="bg1"/>
                </a:solidFill>
                <a:highlight>
                  <a:srgbClr val="000000"/>
                </a:highlight>
              </a:defRPr>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21792" y="1463040"/>
            <a:ext cx="11064240" cy="493776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0E4242-8CA0-457D-B3B1-7D78B4164321}" type="datetime1">
              <a:rPr lang="en-US" smtClean="0"/>
              <a:t>1/16/2026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51956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6858000"/>
          </a:xfrm>
          <a:blipFill>
            <a:blip r:embed="rId2">
              <a:alphaModFix amt="70000"/>
            </a:blip>
            <a:stretch>
              <a:fillRect l="-1" r="-1"/>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5" name="Title 4">
            <a:extLst>
              <a:ext uri="{FF2B5EF4-FFF2-40B4-BE49-F238E27FC236}">
                <a16:creationId xmlns:a16="http://schemas.microsoft.com/office/drawing/2014/main" id="{C859CFCC-A209-BC62-7D95-E14802747B73}"/>
              </a:ext>
            </a:extLst>
          </p:cNvPr>
          <p:cNvSpPr>
            <a:spLocks noGrp="1"/>
          </p:cNvSpPr>
          <p:nvPr>
            <p:ph type="title"/>
          </p:nvPr>
        </p:nvSpPr>
        <p:spPr>
          <a:xfrm>
            <a:off x="365760" y="4578236"/>
            <a:ext cx="11460480" cy="1005840"/>
          </a:xfrm>
        </p:spPr>
        <p:txBody>
          <a:bodyPr>
            <a:normAutofit/>
          </a:bodyPr>
          <a:lstStyle>
            <a:lvl1pPr>
              <a:defRPr sz="6000">
                <a:solidFill>
                  <a:schemeClr val="bg1"/>
                </a:solidFill>
                <a:highlight>
                  <a:srgbClr val="000000"/>
                </a:highlight>
              </a:defRPr>
            </a:lvl1pPr>
          </a:lstStyle>
          <a:p>
            <a:r>
              <a:rPr lang="en-US" dirty="0"/>
              <a:t>Click to edit Master title style</a:t>
            </a:r>
          </a:p>
        </p:txBody>
      </p:sp>
      <p:sp>
        <p:nvSpPr>
          <p:cNvPr id="8" name="Text Placeholder 7">
            <a:extLst>
              <a:ext uri="{FF2B5EF4-FFF2-40B4-BE49-F238E27FC236}">
                <a16:creationId xmlns:a16="http://schemas.microsoft.com/office/drawing/2014/main" id="{B4A8C58E-A6CA-D397-8711-C68CD070C4BC}"/>
              </a:ext>
            </a:extLst>
          </p:cNvPr>
          <p:cNvSpPr>
            <a:spLocks noGrp="1"/>
          </p:cNvSpPr>
          <p:nvPr>
            <p:ph type="body" sz="quarter" idx="14"/>
          </p:nvPr>
        </p:nvSpPr>
        <p:spPr>
          <a:xfrm>
            <a:off x="1013460" y="5668625"/>
            <a:ext cx="10813415" cy="480373"/>
          </a:xfrm>
        </p:spPr>
        <p:txBody>
          <a:bodyPr>
            <a:normAutofit/>
          </a:bodyPr>
          <a:lstStyle>
            <a:lvl1pPr marL="0" indent="0">
              <a:buNone/>
              <a:defRPr sz="200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7302042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96128" y="0"/>
            <a:ext cx="6595872"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8" name="Title 7">
            <a:extLst>
              <a:ext uri="{FF2B5EF4-FFF2-40B4-BE49-F238E27FC236}">
                <a16:creationId xmlns:a16="http://schemas.microsoft.com/office/drawing/2014/main" id="{CFCD2E37-9854-D80D-B906-C29C37FAACC5}"/>
              </a:ext>
            </a:extLst>
          </p:cNvPr>
          <p:cNvSpPr>
            <a:spLocks noGrp="1"/>
          </p:cNvSpPr>
          <p:nvPr>
            <p:ph type="title"/>
          </p:nvPr>
        </p:nvSpPr>
        <p:spPr>
          <a:xfrm>
            <a:off x="365758" y="411480"/>
            <a:ext cx="6309360" cy="3739896"/>
          </a:xfrm>
        </p:spPr>
        <p:txBody>
          <a:bodyPr>
            <a:normAutofit/>
          </a:bodyPr>
          <a:lstStyle>
            <a:lvl1pPr>
              <a:defRPr sz="5400">
                <a:solidFill>
                  <a:schemeClr val="bg1"/>
                </a:solidFill>
                <a:highlight>
                  <a:srgbClr val="000000"/>
                </a:highlight>
              </a:defRPr>
            </a:lvl1pPr>
          </a:lstStyle>
          <a:p>
            <a:r>
              <a:rPr lang="en-US" dirty="0"/>
              <a:t>Click to edit Master title style</a:t>
            </a:r>
          </a:p>
        </p:txBody>
      </p:sp>
      <p:sp>
        <p:nvSpPr>
          <p:cNvPr id="12" name="Text Placeholder 11">
            <a:extLst>
              <a:ext uri="{FF2B5EF4-FFF2-40B4-BE49-F238E27FC236}">
                <a16:creationId xmlns:a16="http://schemas.microsoft.com/office/drawing/2014/main" id="{927C0618-21FB-9390-740F-2734A4B2C28F}"/>
              </a:ext>
            </a:extLst>
          </p:cNvPr>
          <p:cNvSpPr>
            <a:spLocks noGrp="1"/>
          </p:cNvSpPr>
          <p:nvPr>
            <p:ph type="body" sz="quarter" idx="17"/>
          </p:nvPr>
        </p:nvSpPr>
        <p:spPr>
          <a:xfrm>
            <a:off x="365125" y="4873625"/>
            <a:ext cx="4206875" cy="1381125"/>
          </a:xfrm>
        </p:spPr>
        <p:txBody>
          <a:bodyPr anchor="b">
            <a:normAutofit/>
          </a:bodyPr>
          <a:lstStyle>
            <a:lvl1pPr marL="0" indent="0">
              <a:buNone/>
              <a:defRPr sz="1800"/>
            </a:lvl1pPr>
          </a:lstStyle>
          <a:p>
            <a:pPr lvl="0"/>
            <a:r>
              <a:rPr lang="en-US" dirty="0"/>
              <a:t>Click to edit Master text styles</a:t>
            </a:r>
          </a:p>
        </p:txBody>
      </p:sp>
      <p:sp>
        <p:nvSpPr>
          <p:cNvPr id="4" name="Date Placeholder 3">
            <a:extLst>
              <a:ext uri="{FF2B5EF4-FFF2-40B4-BE49-F238E27FC236}">
                <a16:creationId xmlns:a16="http://schemas.microsoft.com/office/drawing/2014/main" id="{6D9281F2-D41E-9A50-1809-3B8BE4C397CF}"/>
              </a:ext>
            </a:extLst>
          </p:cNvPr>
          <p:cNvSpPr>
            <a:spLocks noGrp="1"/>
          </p:cNvSpPr>
          <p:nvPr>
            <p:ph type="dt" sz="half" idx="14"/>
          </p:nvPr>
        </p:nvSpPr>
        <p:spPr>
          <a:xfrm>
            <a:off x="137160" y="6453002"/>
            <a:ext cx="914400" cy="365125"/>
          </a:xfrm>
        </p:spPr>
        <p:txBody>
          <a:bodyPr/>
          <a:lstStyle/>
          <a:p>
            <a:fld id="{D291CE83-67BA-4B15-B48A-7DC5C0636664}" type="datetime1">
              <a:rPr lang="en-US" smtClean="0"/>
              <a:t>1/16/2026</a:t>
            </a:fld>
            <a:endParaRPr lang="en-US" dirty="0"/>
          </a:p>
        </p:txBody>
      </p:sp>
      <p:sp>
        <p:nvSpPr>
          <p:cNvPr id="5" name="Footer Placeholder 4">
            <a:extLst>
              <a:ext uri="{FF2B5EF4-FFF2-40B4-BE49-F238E27FC236}">
                <a16:creationId xmlns:a16="http://schemas.microsoft.com/office/drawing/2014/main" id="{E9E57431-3702-2B75-B5FF-84422A85DBDF}"/>
              </a:ext>
            </a:extLst>
          </p:cNvPr>
          <p:cNvSpPr>
            <a:spLocks noGrp="1"/>
          </p:cNvSpPr>
          <p:nvPr>
            <p:ph type="ftr" sz="quarter" idx="15"/>
          </p:nvPr>
        </p:nvSpPr>
        <p:spPr>
          <a:xfrm>
            <a:off x="2061086" y="6453002"/>
            <a:ext cx="2805405"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5F43A420-FE13-2F4D-C208-338D8B00A6FC}"/>
              </a:ext>
            </a:extLst>
          </p:cNvPr>
          <p:cNvSpPr>
            <a:spLocks noGrp="1"/>
          </p:cNvSpPr>
          <p:nvPr>
            <p:ph type="sldNum" sz="quarter" idx="16"/>
          </p:nvPr>
        </p:nvSpPr>
        <p:spPr>
          <a:xfrm>
            <a:off x="4895519" y="6453002"/>
            <a:ext cx="379443"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579724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5" name="Title 4">
            <a:extLst>
              <a:ext uri="{FF2B5EF4-FFF2-40B4-BE49-F238E27FC236}">
                <a16:creationId xmlns:a16="http://schemas.microsoft.com/office/drawing/2014/main" id="{3219ACF5-397A-E5C4-7B24-185F5D614B27}"/>
              </a:ext>
            </a:extLst>
          </p:cNvPr>
          <p:cNvSpPr>
            <a:spLocks noGrp="1"/>
          </p:cNvSpPr>
          <p:nvPr>
            <p:ph type="title"/>
          </p:nvPr>
        </p:nvSpPr>
        <p:spPr>
          <a:xfrm>
            <a:off x="365760" y="4578236"/>
            <a:ext cx="11460480" cy="1005840"/>
          </a:xfrm>
        </p:spPr>
        <p:txBody>
          <a:bodyPr>
            <a:normAutofit/>
          </a:bodyPr>
          <a:lstStyle>
            <a:lvl1pPr>
              <a:defRPr sz="6000">
                <a:solidFill>
                  <a:schemeClr val="bg1"/>
                </a:solidFill>
                <a:highlight>
                  <a:srgbClr val="000000"/>
                </a:highlight>
              </a:defRPr>
            </a:lvl1pPr>
          </a:lstStyle>
          <a:p>
            <a:r>
              <a:rPr lang="en-US" dirty="0"/>
              <a:t>Click to edit Master title style</a:t>
            </a:r>
          </a:p>
        </p:txBody>
      </p:sp>
      <p:sp>
        <p:nvSpPr>
          <p:cNvPr id="12" name="Text Placeholder 11">
            <a:extLst>
              <a:ext uri="{FF2B5EF4-FFF2-40B4-BE49-F238E27FC236}">
                <a16:creationId xmlns:a16="http://schemas.microsoft.com/office/drawing/2014/main" id="{D694DB79-4401-7DDD-FF63-CDCECE6DBD86}"/>
              </a:ext>
            </a:extLst>
          </p:cNvPr>
          <p:cNvSpPr>
            <a:spLocks noGrp="1"/>
          </p:cNvSpPr>
          <p:nvPr>
            <p:ph type="body" sz="quarter" idx="17"/>
          </p:nvPr>
        </p:nvSpPr>
        <p:spPr>
          <a:xfrm>
            <a:off x="1051560" y="5668963"/>
            <a:ext cx="10775315" cy="479425"/>
          </a:xfrm>
        </p:spPr>
        <p:txBody>
          <a:bodyPr>
            <a:normAutofit/>
          </a:bodyPr>
          <a:lstStyle>
            <a:lvl1pPr marL="0" indent="0">
              <a:buNone/>
              <a:defRPr sz="2000"/>
            </a:lvl1pPr>
          </a:lstStyle>
          <a:p>
            <a:pPr lvl="0"/>
            <a:r>
              <a:rPr lang="en-US" dirty="0"/>
              <a:t>Click to edit Master text styles</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C72BE8CE-6011-4887-8688-8D57691F11AD}" type="datetime1">
              <a:rPr lang="en-US" smtClean="0"/>
              <a:t>1/16/2026</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056386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25BA9F2-E4EE-DC00-38EB-9DB37D8DB61D}"/>
              </a:ext>
            </a:extLst>
          </p:cNvPr>
          <p:cNvSpPr>
            <a:spLocks noGrp="1"/>
          </p:cNvSpPr>
          <p:nvPr>
            <p:ph type="title"/>
          </p:nvPr>
        </p:nvSpPr>
        <p:spPr>
          <a:xfrm>
            <a:off x="612648" y="548640"/>
            <a:ext cx="8229600" cy="3635796"/>
          </a:xfrm>
        </p:spPr>
        <p:txBody>
          <a:bodyPr>
            <a:noAutofit/>
          </a:bodyPr>
          <a:lstStyle>
            <a:lvl1pPr>
              <a:defRPr sz="7200">
                <a:solidFill>
                  <a:schemeClr val="bg1"/>
                </a:solidFill>
                <a:highlight>
                  <a:srgbClr val="000000"/>
                </a:highlight>
              </a:defRPr>
            </a:lvl1pPr>
          </a:lstStyle>
          <a:p>
            <a:r>
              <a:rPr lang="en-US"/>
              <a:t>Click to edit Master title style</a:t>
            </a:r>
          </a:p>
        </p:txBody>
      </p:sp>
      <p:sp>
        <p:nvSpPr>
          <p:cNvPr id="11" name="Text Placeholder 10">
            <a:extLst>
              <a:ext uri="{FF2B5EF4-FFF2-40B4-BE49-F238E27FC236}">
                <a16:creationId xmlns:a16="http://schemas.microsoft.com/office/drawing/2014/main" id="{AA4A78EC-6E25-CB64-8758-D3143F0EC56B}"/>
              </a:ext>
            </a:extLst>
          </p:cNvPr>
          <p:cNvSpPr>
            <a:spLocks noGrp="1"/>
          </p:cNvSpPr>
          <p:nvPr>
            <p:ph type="body" sz="quarter" idx="13"/>
          </p:nvPr>
        </p:nvSpPr>
        <p:spPr>
          <a:xfrm>
            <a:off x="612775" y="4473575"/>
            <a:ext cx="6654800" cy="1544638"/>
          </a:xfrm>
        </p:spPr>
        <p:txBody>
          <a:bodyPr anchor="b">
            <a:normAutofit/>
          </a:bodyPr>
          <a:lstStyle>
            <a:lvl1pPr marL="0" indent="0">
              <a:buNone/>
              <a:defRPr sz="22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7B902-09B5-4324-8310-59625360F035}" type="datetime1">
              <a:rPr lang="en-US" smtClean="0"/>
              <a:t>1/16/2026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2146729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3CF6B10-9A05-A63E-2BC3-C8D55D0D26F5}"/>
              </a:ext>
            </a:extLst>
          </p:cNvPr>
          <p:cNvSpPr>
            <a:spLocks noGrp="1"/>
          </p:cNvSpPr>
          <p:nvPr>
            <p:ph type="title"/>
          </p:nvPr>
        </p:nvSpPr>
        <p:spPr>
          <a:xfrm>
            <a:off x="612648" y="854238"/>
            <a:ext cx="7876287" cy="3592629"/>
          </a:xfrm>
        </p:spPr>
        <p:txBody>
          <a:bodyPr anchor="b">
            <a:normAutofit/>
          </a:bodyPr>
          <a:lstStyle>
            <a:lvl1pPr>
              <a:defRPr sz="7200">
                <a:solidFill>
                  <a:schemeClr val="bg1"/>
                </a:solidFill>
                <a:highlight>
                  <a:srgbClr val="000000"/>
                </a:highlight>
              </a:defRPr>
            </a:lvl1pPr>
          </a:lstStyle>
          <a:p>
            <a:r>
              <a:rPr lang="en-US" dirty="0"/>
              <a:t>Click to edit Master title style</a:t>
            </a:r>
          </a:p>
        </p:txBody>
      </p:sp>
      <p:sp>
        <p:nvSpPr>
          <p:cNvPr id="11" name="Text Placeholder 10">
            <a:extLst>
              <a:ext uri="{FF2B5EF4-FFF2-40B4-BE49-F238E27FC236}">
                <a16:creationId xmlns:a16="http://schemas.microsoft.com/office/drawing/2014/main" id="{0FA8333A-04DC-D74B-258C-1EB6D22D4BAC}"/>
              </a:ext>
            </a:extLst>
          </p:cNvPr>
          <p:cNvSpPr>
            <a:spLocks noGrp="1"/>
          </p:cNvSpPr>
          <p:nvPr>
            <p:ph type="body" sz="quarter" idx="13"/>
          </p:nvPr>
        </p:nvSpPr>
        <p:spPr>
          <a:xfrm>
            <a:off x="612775" y="4616450"/>
            <a:ext cx="7377113" cy="1016000"/>
          </a:xfrm>
        </p:spPr>
        <p:txBody>
          <a:bodyPr>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CB91A11-88E2-4BD0-90A5-503C684B9CC0}" type="datetime1">
              <a:rPr lang="en-US" smtClean="0"/>
              <a:t>1/16/2026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191482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1/16/2026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507382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lumMod val="1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BC495B9-31B7-A921-454B-E736C53FF6FD}"/>
              </a:ext>
            </a:extLst>
          </p:cNvPr>
          <p:cNvSpPr>
            <a:spLocks noGrp="1"/>
          </p:cNvSpPr>
          <p:nvPr>
            <p:ph type="title"/>
          </p:nvPr>
        </p:nvSpPr>
        <p:spPr>
          <a:xfrm>
            <a:off x="365760" y="1801368"/>
            <a:ext cx="8602201" cy="4572000"/>
          </a:xfrm>
        </p:spPr>
        <p:txBody>
          <a:bodyPr anchor="b">
            <a:normAutofit/>
          </a:bodyPr>
          <a:lstStyle>
            <a:lvl1pPr>
              <a:defRPr sz="6000">
                <a:solidFill>
                  <a:schemeClr val="bg1"/>
                </a:solidFill>
                <a:highlight>
                  <a:srgbClr val="FFFFFF"/>
                </a:highlight>
              </a:defRPr>
            </a:lvl1pPr>
          </a:lstStyle>
          <a:p>
            <a:r>
              <a:rPr lang="en-US"/>
              <a:t>Click to edit Master title style</a:t>
            </a:r>
          </a:p>
        </p:txBody>
      </p:sp>
      <p:sp>
        <p:nvSpPr>
          <p:cNvPr id="3" name="Date Placeholder 2">
            <a:extLst>
              <a:ext uri="{FF2B5EF4-FFF2-40B4-BE49-F238E27FC236}">
                <a16:creationId xmlns:a16="http://schemas.microsoft.com/office/drawing/2014/main" id="{8AF88F44-4C4F-85C2-1FE6-2123E5283326}"/>
              </a:ext>
            </a:extLst>
          </p:cNvPr>
          <p:cNvSpPr>
            <a:spLocks noGrp="1"/>
          </p:cNvSpPr>
          <p:nvPr>
            <p:ph type="dt" sz="half" idx="10"/>
          </p:nvPr>
        </p:nvSpPr>
        <p:spPr>
          <a:xfrm>
            <a:off x="137160" y="85237"/>
            <a:ext cx="3494314" cy="365125"/>
          </a:xfrm>
        </p:spPr>
        <p:txBody>
          <a:bodyPr/>
          <a:lstStyle/>
          <a:p>
            <a:fld id="{D291CE83-67BA-4B15-B48A-7DC5C0636664}" type="datetime1">
              <a:rPr lang="en-US" smtClean="0"/>
              <a:t>1/16/2026</a:t>
            </a:fld>
            <a:endParaRPr lang="en-US" dirty="0"/>
          </a:p>
        </p:txBody>
      </p:sp>
      <p:sp>
        <p:nvSpPr>
          <p:cNvPr id="7" name="Footer Placeholder 6">
            <a:extLst>
              <a:ext uri="{FF2B5EF4-FFF2-40B4-BE49-F238E27FC236}">
                <a16:creationId xmlns:a16="http://schemas.microsoft.com/office/drawing/2014/main" id="{04FA8B22-3C74-0DF4-C4FE-B5F3DD109F7E}"/>
              </a:ext>
            </a:extLst>
          </p:cNvPr>
          <p:cNvSpPr>
            <a:spLocks noGrp="1"/>
          </p:cNvSpPr>
          <p:nvPr>
            <p:ph type="ftr" sz="quarter" idx="11"/>
          </p:nvPr>
        </p:nvSpPr>
        <p:spPr>
          <a:xfrm>
            <a:off x="8847493" y="85237"/>
            <a:ext cx="2805405" cy="365125"/>
          </a:xfrm>
        </p:spPr>
        <p:txBody>
          <a:bodyPr/>
          <a:lstStyle/>
          <a:p>
            <a:r>
              <a:rPr lang="en-US"/>
              <a:t>Sample Footer Text</a:t>
            </a:r>
            <a:endParaRPr lang="en-US" dirty="0"/>
          </a:p>
        </p:txBody>
      </p:sp>
      <p:sp>
        <p:nvSpPr>
          <p:cNvPr id="8" name="Slide Number Placeholder 7">
            <a:extLst>
              <a:ext uri="{FF2B5EF4-FFF2-40B4-BE49-F238E27FC236}">
                <a16:creationId xmlns:a16="http://schemas.microsoft.com/office/drawing/2014/main" id="{0CEEDE28-9EB0-1179-9BB8-354B44AFCA1F}"/>
              </a:ext>
            </a:extLst>
          </p:cNvPr>
          <p:cNvSpPr>
            <a:spLocks noGrp="1"/>
          </p:cNvSpPr>
          <p:nvPr>
            <p:ph type="sldNum" sz="quarter" idx="12"/>
          </p:nvPr>
        </p:nvSpPr>
        <p:spPr>
          <a:xfrm>
            <a:off x="11681926" y="85237"/>
            <a:ext cx="379443"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992682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1792" y="664108"/>
            <a:ext cx="8467558" cy="1554480"/>
          </a:xfrm>
        </p:spPr>
        <p:txBody>
          <a:bodyPr anchor="b">
            <a:normAutofit/>
          </a:bodyPr>
          <a:lstStyle>
            <a:lvl1pPr>
              <a:defRPr sz="4000">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90261" y="2560320"/>
            <a:ext cx="7489944" cy="3689909"/>
          </a:xfrm>
        </p:spPr>
        <p:txBody>
          <a:bodyPr>
            <a:normAutofit/>
          </a:bodyPr>
          <a:lstStyle>
            <a:lvl1pPr marL="457200" indent="-457200">
              <a:buFont typeface="+mj-lt"/>
              <a:buAutoNum type="arabicPeriod"/>
              <a:defRPr sz="1800"/>
            </a:lvl1pPr>
            <a:lvl2pPr marL="685800" indent="-457200">
              <a:buFont typeface="+mj-lt"/>
              <a:buAutoNum type="alphaLcPeriod"/>
              <a:defRPr sz="1600"/>
            </a:lvl2pPr>
            <a:lvl3pPr marL="800100" indent="-342900">
              <a:buFont typeface="+mj-lt"/>
              <a:buAutoNum type="romanLcPeriod"/>
              <a:defRPr sz="1400"/>
            </a:lvl3pPr>
            <a:lvl4pPr marL="1028700" indent="-342900">
              <a:buFont typeface="+mj-lt"/>
              <a:buAutoNum type="arabicParenR"/>
              <a:defRPr sz="1400"/>
            </a:lvl4pPr>
            <a:lvl5pPr marL="1257300" indent="-342900">
              <a:buFont typeface="+mj-lt"/>
              <a:buAutoNum type="alphaL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1/16/2026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83886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EEE9D05A-2BD6-0F92-5A5D-FFA6FFF54EAD}"/>
              </a:ext>
            </a:extLst>
          </p:cNvPr>
          <p:cNvSpPr>
            <a:spLocks noGrp="1"/>
          </p:cNvSpPr>
          <p:nvPr>
            <p:ph type="pic" sz="quarter" idx="14" hasCustomPrompt="1"/>
          </p:nvPr>
        </p:nvSpPr>
        <p:spPr>
          <a:xfrm>
            <a:off x="5607050" y="0"/>
            <a:ext cx="6584950"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1792" y="664108"/>
            <a:ext cx="7007353" cy="1554480"/>
          </a:xfrm>
        </p:spPr>
        <p:txBody>
          <a:bodyPr anchor="b">
            <a:normAutofit/>
          </a:bodyPr>
          <a:lstStyle>
            <a:lvl1pPr>
              <a:defRPr sz="4000">
                <a:solidFill>
                  <a:schemeClr val="bg1"/>
                </a:solidFill>
                <a:highlight>
                  <a:srgbClr val="000000"/>
                </a:highlight>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1792" y="2560318"/>
            <a:ext cx="4381756" cy="3840480"/>
          </a:xfrm>
        </p:spPr>
        <p:txBody>
          <a:bodyPr>
            <a:normAutofit/>
          </a:bodyPr>
          <a:lstStyle>
            <a:lvl1pPr marL="457200" indent="-457200">
              <a:buFont typeface="+mj-lt"/>
              <a:buAutoNum type="arabicPeriod"/>
              <a:defRPr sz="1800"/>
            </a:lvl1pPr>
            <a:lvl2pPr marL="685800" indent="-457200">
              <a:buFont typeface="+mj-lt"/>
              <a:buAutoNum type="alphaLcPeriod"/>
              <a:defRPr sz="1600"/>
            </a:lvl2pPr>
            <a:lvl3pPr marL="800100" indent="-342900">
              <a:buFont typeface="+mj-lt"/>
              <a:buAutoNum type="romanLcPeriod"/>
              <a:defRPr sz="1400"/>
            </a:lvl3pPr>
            <a:lvl4pPr marL="1028700" indent="-342900">
              <a:buFont typeface="+mj-lt"/>
              <a:buAutoNum type="arabicParenR"/>
              <a:defRPr sz="1400"/>
            </a:lvl4pPr>
            <a:lvl5pPr marL="1257300" indent="-342900">
              <a:buFont typeface="+mj-lt"/>
              <a:buAutoNum type="alphaLcParen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37160" y="6453002"/>
            <a:ext cx="731520" cy="365125"/>
          </a:xfrm>
        </p:spPr>
        <p:txBody>
          <a:bodyPr/>
          <a:lstStyle/>
          <a:p>
            <a:fld id="{8A60B404-9532-4DA8-8A40-EC339A5BE635}" type="datetime1">
              <a:rPr lang="en-US" smtClean="0"/>
              <a:t>1/16/2026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794098" y="6453002"/>
            <a:ext cx="2805405" cy="365125"/>
          </a:xfr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4619500" y="6453002"/>
            <a:ext cx="384048"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420818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D3947E4-0E5A-6C3B-F8B1-906CCD4AF0B0}"/>
              </a:ext>
            </a:extLst>
          </p:cNvPr>
          <p:cNvSpPr>
            <a:spLocks noGrp="1"/>
          </p:cNvSpPr>
          <p:nvPr>
            <p:ph type="title"/>
          </p:nvPr>
        </p:nvSpPr>
        <p:spPr>
          <a:xfrm>
            <a:off x="621792" y="3172968"/>
            <a:ext cx="4389120" cy="2286000"/>
          </a:xfrm>
        </p:spPr>
        <p:txBody>
          <a:bodyPr/>
          <a:lstStyle>
            <a:lvl1pPr>
              <a:defRPr>
                <a:solidFill>
                  <a:schemeClr val="bg1"/>
                </a:solidFill>
                <a:highlight>
                  <a:srgbClr val="000000"/>
                </a:highlight>
              </a:defRPr>
            </a:lvl1pPr>
          </a:lstStyle>
          <a:p>
            <a:r>
              <a:rPr lang="en-US" dirty="0"/>
              <a:t>Click to edit Master title style</a:t>
            </a:r>
          </a:p>
        </p:txBody>
      </p:sp>
      <p:sp>
        <p:nvSpPr>
          <p:cNvPr id="11" name="Content Placeholder 10">
            <a:extLst>
              <a:ext uri="{FF2B5EF4-FFF2-40B4-BE49-F238E27FC236}">
                <a16:creationId xmlns:a16="http://schemas.microsoft.com/office/drawing/2014/main" id="{4653C462-6951-9D34-B643-4C411CF5B048}"/>
              </a:ext>
            </a:extLst>
          </p:cNvPr>
          <p:cNvSpPr>
            <a:spLocks noGrp="1"/>
          </p:cNvSpPr>
          <p:nvPr>
            <p:ph sz="quarter" idx="14"/>
          </p:nvPr>
        </p:nvSpPr>
        <p:spPr>
          <a:xfrm>
            <a:off x="6272784" y="3172523"/>
            <a:ext cx="4572000" cy="22860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324369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792" y="3172968"/>
            <a:ext cx="4389120" cy="3200400"/>
          </a:xfrm>
        </p:spPr>
        <p:txBody>
          <a:bodyPr>
            <a:norm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3172968"/>
            <a:ext cx="4325112" cy="32004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3D6F41-6645-4089-A6BB-7B692A44A4CC}" type="datetime1">
              <a:rPr lang="en-US" smtClean="0"/>
              <a:t>1/16/2026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200142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792" y="548640"/>
            <a:ext cx="3840480" cy="4206240"/>
          </a:xfrm>
        </p:spPr>
        <p:txBody>
          <a:bodyPr>
            <a:norm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7" y="548640"/>
            <a:ext cx="5669280" cy="42062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t>1/16/2026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13195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792" y="548640"/>
            <a:ext cx="4145582" cy="5394960"/>
          </a:xfrm>
        </p:spPr>
        <p:txBody>
          <a:bodyPr>
            <a:norm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548640"/>
            <a:ext cx="5681662" cy="5394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95276D-BBED-48BC-B459-1E9A16CF46CD}" type="datetime1">
              <a:rPr lang="en-US" smtClean="0"/>
              <a:t>1/16/2026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369981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792" y="548640"/>
            <a:ext cx="3749040" cy="5760720"/>
          </a:xfrm>
        </p:spPr>
        <p:txBody>
          <a:bodyPr>
            <a:norm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72000" y="548640"/>
            <a:ext cx="7223760" cy="57607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138C57-8E3B-4697-92F8-0ED9B71F7E17}" type="datetime1">
              <a:rPr lang="en-US" smtClean="0"/>
              <a:t>1/16/2026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055179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161034" y="0"/>
            <a:ext cx="8030965" cy="6858000"/>
          </a:xfrm>
          <a:blipFill>
            <a:blip r:embed="rId2">
              <a:alphaModFix amt="70000"/>
            </a:blip>
            <a:stretch>
              <a:fillRect l="58" t="1" b="-8023"/>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548640"/>
            <a:ext cx="5070955" cy="2468880"/>
          </a:xfrm>
        </p:spPr>
        <p:txBody>
          <a:bodyPr anchor="b">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21792" y="3172968"/>
            <a:ext cx="3273552" cy="2889504"/>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635C43F-DBB1-4D83-B442-E1529AA900C2}" type="datetime1">
              <a:rPr lang="en-US" smtClean="0"/>
              <a:t>1/16/2026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194560"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41742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622582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CFBEC6DB-65AC-E7B8-5B01-86A24AC4A974}"/>
              </a:ext>
            </a:extLst>
          </p:cNvPr>
          <p:cNvSpPr>
            <a:spLocks noGrp="1"/>
          </p:cNvSpPr>
          <p:nvPr>
            <p:ph type="pic" sz="quarter" idx="13" hasCustomPrompt="1"/>
          </p:nvPr>
        </p:nvSpPr>
        <p:spPr>
          <a:xfrm>
            <a:off x="0" y="0"/>
            <a:ext cx="8030965" cy="6858000"/>
          </a:xfrm>
          <a:blipFill>
            <a:blip r:embed="rId2">
              <a:alphaModFix amt="70000"/>
            </a:blip>
            <a:stretch>
              <a:fillRect l="58" t="1" b="-8023"/>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32648" y="548639"/>
            <a:ext cx="4757112" cy="2468880"/>
          </a:xfrm>
        </p:spPr>
        <p:txBody>
          <a:bodyPr anchor="b">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7202" y="3168722"/>
            <a:ext cx="3273552" cy="2884605"/>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210814F-321B-0961-76C0-D43819D01B76}"/>
              </a:ext>
            </a:extLst>
          </p:cNvPr>
          <p:cNvSpPr>
            <a:spLocks noGrp="1"/>
          </p:cNvSpPr>
          <p:nvPr>
            <p:ph type="dt" sz="half" idx="15"/>
          </p:nvPr>
        </p:nvSpPr>
        <p:spPr>
          <a:xfrm>
            <a:off x="8321040" y="6453002"/>
            <a:ext cx="1097280" cy="365125"/>
          </a:xfrm>
        </p:spPr>
        <p:txBody>
          <a:bodyPr/>
          <a:lstStyle/>
          <a:p>
            <a:fld id="{D291CE83-67BA-4B15-B48A-7DC5C0636664}" type="datetime1">
              <a:rPr lang="en-US" smtClean="0"/>
              <a:t>1/16/2026</a:t>
            </a:fld>
            <a:endParaRPr lang="en-US" dirty="0"/>
          </a:p>
        </p:txBody>
      </p:sp>
      <p:sp>
        <p:nvSpPr>
          <p:cNvPr id="9" name="Footer Placeholder 8">
            <a:extLst>
              <a:ext uri="{FF2B5EF4-FFF2-40B4-BE49-F238E27FC236}">
                <a16:creationId xmlns:a16="http://schemas.microsoft.com/office/drawing/2014/main" id="{8AF9EDD3-41A3-11D1-DCB0-9A8126C5D7EC}"/>
              </a:ext>
            </a:extLst>
          </p:cNvPr>
          <p:cNvSpPr>
            <a:spLocks noGrp="1"/>
          </p:cNvSpPr>
          <p:nvPr>
            <p:ph type="ftr" sz="quarter" idx="16"/>
          </p:nvPr>
        </p:nvSpPr>
        <p:spPr>
          <a:xfrm>
            <a:off x="9418320" y="6453002"/>
            <a:ext cx="2234578"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689D9E49-2211-8D1A-C39E-2884056E6C73}"/>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246102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7567" y="3939967"/>
            <a:ext cx="4297680" cy="2462630"/>
          </a:xfrm>
        </p:spPr>
        <p:txBody>
          <a:bodyPr anchor="t" anchorCtr="0">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C8C146-0A20-4029-98D5-9A42EEDF8B24}" type="datetime1">
              <a:rPr lang="en-US" smtClean="0"/>
              <a:t>1/16/2026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124878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713A3F4-E223-745E-5A5E-95DF707B229D}"/>
              </a:ext>
            </a:extLst>
          </p:cNvPr>
          <p:cNvSpPr>
            <a:spLocks noGrp="1"/>
          </p:cNvSpPr>
          <p:nvPr>
            <p:ph type="pic" sz="quarter" idx="18" hasCustomPrompt="1"/>
          </p:nvPr>
        </p:nvSpPr>
        <p:spPr>
          <a:xfrm>
            <a:off x="0" y="0"/>
            <a:ext cx="7584144"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65484" y="548639"/>
            <a:ext cx="4948747" cy="1554480"/>
          </a:xfrm>
        </p:spPr>
        <p:txBody>
          <a:bodyPr anchor="b">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56079"/>
            <a:ext cx="3401568" cy="4052646"/>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50E7F2C8-9BB5-5A36-DB20-9787777B5325}"/>
              </a:ext>
            </a:extLst>
          </p:cNvPr>
          <p:cNvSpPr>
            <a:spLocks noGrp="1"/>
          </p:cNvSpPr>
          <p:nvPr>
            <p:ph type="dt" sz="half" idx="19"/>
          </p:nvPr>
        </p:nvSpPr>
        <p:spPr>
          <a:xfrm>
            <a:off x="8212790" y="6453002"/>
            <a:ext cx="700122" cy="365125"/>
          </a:xfrm>
        </p:spPr>
        <p:txBody>
          <a:bodyPr/>
          <a:lstStyle/>
          <a:p>
            <a:fld id="{D291CE83-67BA-4B15-B48A-7DC5C0636664}" type="datetime1">
              <a:rPr lang="en-US" smtClean="0"/>
              <a:t>1/16/2026</a:t>
            </a:fld>
            <a:endParaRPr lang="en-US" dirty="0"/>
          </a:p>
        </p:txBody>
      </p:sp>
      <p:sp>
        <p:nvSpPr>
          <p:cNvPr id="6" name="Footer Placeholder 5">
            <a:extLst>
              <a:ext uri="{FF2B5EF4-FFF2-40B4-BE49-F238E27FC236}">
                <a16:creationId xmlns:a16="http://schemas.microsoft.com/office/drawing/2014/main" id="{75E82E6E-2852-09FE-EC5A-6731A616887B}"/>
              </a:ext>
            </a:extLst>
          </p:cNvPr>
          <p:cNvSpPr>
            <a:spLocks noGrp="1"/>
          </p:cNvSpPr>
          <p:nvPr>
            <p:ph type="ftr" sz="quarter" idx="20"/>
          </p:nvPr>
        </p:nvSpPr>
        <p:spPr>
          <a:xfrm>
            <a:off x="9981282" y="6453002"/>
            <a:ext cx="1671616"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C13912C2-0382-F60C-2417-551BD5AC3331}"/>
              </a:ext>
            </a:extLst>
          </p:cNvPr>
          <p:cNvSpPr>
            <a:spLocks noGrp="1"/>
          </p:cNvSpPr>
          <p:nvPr>
            <p:ph type="sldNum" sz="quarter" idx="21"/>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921270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713A3F4-E223-745E-5A5E-95DF707B229D}"/>
              </a:ext>
            </a:extLst>
          </p:cNvPr>
          <p:cNvSpPr>
            <a:spLocks noGrp="1"/>
          </p:cNvSpPr>
          <p:nvPr>
            <p:ph type="pic" sz="quarter" idx="18" hasCustomPrompt="1"/>
          </p:nvPr>
        </p:nvSpPr>
        <p:spPr>
          <a:xfrm>
            <a:off x="4607856" y="0"/>
            <a:ext cx="7584144"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548639"/>
            <a:ext cx="4937760" cy="1463040"/>
          </a:xfrm>
        </p:spPr>
        <p:txBody>
          <a:bodyPr anchor="b">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21792" y="2256079"/>
            <a:ext cx="3401568" cy="4052646"/>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20E7DDD-6501-D485-19E0-E21C13045FC3}"/>
              </a:ext>
            </a:extLst>
          </p:cNvPr>
          <p:cNvSpPr>
            <a:spLocks noGrp="1"/>
          </p:cNvSpPr>
          <p:nvPr>
            <p:ph type="dt" sz="half" idx="19"/>
          </p:nvPr>
        </p:nvSpPr>
        <p:spPr/>
        <p:txBody>
          <a:bodyPr/>
          <a:lstStyle/>
          <a:p>
            <a:fld id="{D291CE83-67BA-4B15-B48A-7DC5C0636664}" type="datetime1">
              <a:rPr lang="en-US" smtClean="0"/>
              <a:t>1/16/2026</a:t>
            </a:fld>
            <a:endParaRPr lang="en-US" dirty="0"/>
          </a:p>
        </p:txBody>
      </p:sp>
      <p:sp>
        <p:nvSpPr>
          <p:cNvPr id="6" name="Footer Placeholder 5">
            <a:extLst>
              <a:ext uri="{FF2B5EF4-FFF2-40B4-BE49-F238E27FC236}">
                <a16:creationId xmlns:a16="http://schemas.microsoft.com/office/drawing/2014/main" id="{7FCC5AD7-9689-4766-9146-F208F76BCED6}"/>
              </a:ext>
            </a:extLst>
          </p:cNvPr>
          <p:cNvSpPr>
            <a:spLocks noGrp="1"/>
          </p:cNvSpPr>
          <p:nvPr>
            <p:ph type="ftr" sz="quarter" idx="20"/>
          </p:nvPr>
        </p:nvSpPr>
        <p:spPr>
          <a:xfrm>
            <a:off x="2071151" y="6453002"/>
            <a:ext cx="1561447"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A1D21F3F-3845-6D40-C9D6-BE26C3852D58}"/>
              </a:ext>
            </a:extLst>
          </p:cNvPr>
          <p:cNvSpPr>
            <a:spLocks noGrp="1"/>
          </p:cNvSpPr>
          <p:nvPr>
            <p:ph type="sldNum" sz="quarter" idx="21"/>
          </p:nvPr>
        </p:nvSpPr>
        <p:spPr>
          <a:xfrm>
            <a:off x="3661626" y="6453002"/>
            <a:ext cx="379443"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39614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09768" y="548640"/>
            <a:ext cx="6217920" cy="1425587"/>
          </a:xfrm>
        </p:spPr>
        <p:txBody>
          <a:bodyPr anchor="b">
            <a:norm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973829" y="2103120"/>
            <a:ext cx="4572000" cy="42976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4C7EAF46-1E68-65AC-7FFE-0B11DA3B892A}"/>
              </a:ext>
            </a:extLst>
          </p:cNvPr>
          <p:cNvSpPr>
            <a:spLocks noGrp="1"/>
          </p:cNvSpPr>
          <p:nvPr>
            <p:ph type="dt" sz="half" idx="15"/>
          </p:nvPr>
        </p:nvSpPr>
        <p:spPr>
          <a:xfrm>
            <a:off x="6973829" y="6453002"/>
            <a:ext cx="914400" cy="365125"/>
          </a:xfrm>
        </p:spPr>
        <p:txBody>
          <a:bodyPr/>
          <a:lstStyle/>
          <a:p>
            <a:fld id="{D291CE83-67BA-4B15-B48A-7DC5C0636664}" type="datetime1">
              <a:rPr lang="en-US" smtClean="0"/>
              <a:t>1/16/2026</a:t>
            </a:fld>
            <a:endParaRPr lang="en-US" dirty="0"/>
          </a:p>
        </p:txBody>
      </p:sp>
      <p:sp>
        <p:nvSpPr>
          <p:cNvPr id="4" name="Footer Placeholder 3">
            <a:extLst>
              <a:ext uri="{FF2B5EF4-FFF2-40B4-BE49-F238E27FC236}">
                <a16:creationId xmlns:a16="http://schemas.microsoft.com/office/drawing/2014/main" id="{96592920-42E4-564A-FF10-87A61B290C03}"/>
              </a:ext>
            </a:extLst>
          </p:cNvPr>
          <p:cNvSpPr>
            <a:spLocks noGrp="1"/>
          </p:cNvSpPr>
          <p:nvPr>
            <p:ph type="ftr" sz="quarter" idx="16"/>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832E3C91-6E96-4B5B-04BF-42DADB929082}"/>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821198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6053957" cy="1463040"/>
          </a:xfrm>
        </p:spPr>
        <p:txBody>
          <a:bodyPr anchor="b">
            <a:norm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2103120"/>
            <a:ext cx="4572000" cy="42976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89F9E2B8-D05E-4F3F-12A0-E5305B9DFCC0}"/>
              </a:ext>
            </a:extLst>
          </p:cNvPr>
          <p:cNvSpPr>
            <a:spLocks noGrp="1"/>
          </p:cNvSpPr>
          <p:nvPr>
            <p:ph type="dt" sz="half" idx="15"/>
          </p:nvPr>
        </p:nvSpPr>
        <p:spPr/>
        <p:txBody>
          <a:bodyPr/>
          <a:lstStyle/>
          <a:p>
            <a:fld id="{D291CE83-67BA-4B15-B48A-7DC5C0636664}" type="datetime1">
              <a:rPr lang="en-US" smtClean="0"/>
              <a:t>1/16/2026</a:t>
            </a:fld>
            <a:endParaRPr lang="en-US" dirty="0"/>
          </a:p>
        </p:txBody>
      </p:sp>
      <p:sp>
        <p:nvSpPr>
          <p:cNvPr id="4" name="Footer Placeholder 3">
            <a:extLst>
              <a:ext uri="{FF2B5EF4-FFF2-40B4-BE49-F238E27FC236}">
                <a16:creationId xmlns:a16="http://schemas.microsoft.com/office/drawing/2014/main" id="{ABDA3C70-C3A2-760D-DB41-E2BD236A9937}"/>
              </a:ext>
            </a:extLst>
          </p:cNvPr>
          <p:cNvSpPr>
            <a:spLocks noGrp="1"/>
          </p:cNvSpPr>
          <p:nvPr>
            <p:ph type="ftr" sz="quarter" idx="16"/>
          </p:nvPr>
        </p:nvSpPr>
        <p:spPr>
          <a:xfrm>
            <a:off x="1983968" y="6453002"/>
            <a:ext cx="2805405"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B5ECB50E-B5F6-7D99-DDA6-E940617BD399}"/>
              </a:ext>
            </a:extLst>
          </p:cNvPr>
          <p:cNvSpPr>
            <a:spLocks noGrp="1"/>
          </p:cNvSpPr>
          <p:nvPr>
            <p:ph type="sldNum" sz="quarter" idx="17"/>
          </p:nvPr>
        </p:nvSpPr>
        <p:spPr>
          <a:xfrm>
            <a:off x="4818401" y="6453002"/>
            <a:ext cx="379443"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447000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2831865"/>
            <a:ext cx="3291840" cy="3097879"/>
          </a:xfrm>
        </p:spPr>
        <p:txBody>
          <a:bodyPr anchor="t" anchorCtr="0">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C12A2F-57DF-45DA-A7E9-678FD33267B9}" type="datetime1">
              <a:rPr lang="en-US" smtClean="0"/>
              <a:t>1/16/2026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44941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a:blip r:embed="rId2">
              <a:alphaModFix amt="70000"/>
            </a:blip>
            <a:stretch>
              <a:fillRect/>
            </a:stretch>
          </a:blipFill>
        </p:spPr>
        <p:txBody>
          <a:bodyPr vert="horz" lIns="91440" tIns="0" rIns="0" bIns="0" rtlCol="0">
            <a:noAutofit/>
          </a:bodyPr>
          <a:lstStyle>
            <a:lvl1pPr marL="0" indent="0">
              <a:buNone/>
              <a:defRPr lang="en-US" sz="2400" b="0" i="0" dirty="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48640"/>
            <a:ext cx="3296110" cy="3464709"/>
          </a:xfrm>
        </p:spPr>
        <p:txBody>
          <a:bodyPr anchor="b" anchorCtr="0">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48640"/>
            <a:ext cx="7772400" cy="2240280"/>
          </a:xfrm>
        </p:spPr>
        <p:txBody>
          <a:bodyPr>
            <a:no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276917F9-B16A-7D27-FCAF-B93E50E4D6C5}"/>
              </a:ext>
            </a:extLst>
          </p:cNvPr>
          <p:cNvSpPr>
            <a:spLocks noGrp="1"/>
          </p:cNvSpPr>
          <p:nvPr>
            <p:ph type="dt" sz="half" idx="15"/>
          </p:nvPr>
        </p:nvSpPr>
        <p:spPr>
          <a:xfrm>
            <a:off x="137160" y="82296"/>
            <a:ext cx="914400" cy="365125"/>
          </a:xfrm>
        </p:spPr>
        <p:txBody>
          <a:bodyPr/>
          <a:lstStyle/>
          <a:p>
            <a:fld id="{D291CE83-67BA-4B15-B48A-7DC5C0636664}" type="datetime1">
              <a:rPr lang="en-US" smtClean="0"/>
              <a:t>1/16/2026</a:t>
            </a:fld>
            <a:endParaRPr lang="en-US" dirty="0"/>
          </a:p>
        </p:txBody>
      </p:sp>
      <p:sp>
        <p:nvSpPr>
          <p:cNvPr id="4" name="Footer Placeholder 3">
            <a:extLst>
              <a:ext uri="{FF2B5EF4-FFF2-40B4-BE49-F238E27FC236}">
                <a16:creationId xmlns:a16="http://schemas.microsoft.com/office/drawing/2014/main" id="{3F9941E9-FB5D-31CC-0E61-E72E8858EF13}"/>
              </a:ext>
            </a:extLst>
          </p:cNvPr>
          <p:cNvSpPr>
            <a:spLocks noGrp="1"/>
          </p:cNvSpPr>
          <p:nvPr>
            <p:ph type="ftr" sz="quarter" idx="16"/>
          </p:nvPr>
        </p:nvSpPr>
        <p:spPr>
          <a:xfrm>
            <a:off x="8847493" y="82296"/>
            <a:ext cx="2805405" cy="365125"/>
          </a:xfrm>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9E528D2-D050-4FE8-C06B-79E43D61A320}"/>
              </a:ext>
            </a:extLst>
          </p:cNvPr>
          <p:cNvSpPr>
            <a:spLocks noGrp="1"/>
          </p:cNvSpPr>
          <p:nvPr>
            <p:ph type="sldNum" sz="quarter" idx="17"/>
          </p:nvPr>
        </p:nvSpPr>
        <p:spPr>
          <a:xfrm>
            <a:off x="11681926" y="82296"/>
            <a:ext cx="379443"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661022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dpi="0" rotWithShape="1">
            <a:blip r:embed="rId2">
              <a:alphaModFix amt="7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872062" y="548640"/>
            <a:ext cx="7738491" cy="1143000"/>
          </a:xfrm>
        </p:spPr>
        <p:txBody>
          <a:bodyPr anchor="b">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27AC6081-2309-5F36-0983-5C010DC1163F}"/>
              </a:ext>
            </a:extLst>
          </p:cNvPr>
          <p:cNvSpPr>
            <a:spLocks noGrp="1"/>
          </p:cNvSpPr>
          <p:nvPr>
            <p:ph type="dt" sz="half" idx="15"/>
          </p:nvPr>
        </p:nvSpPr>
        <p:spPr>
          <a:xfrm>
            <a:off x="5538937" y="6453002"/>
            <a:ext cx="914400" cy="365125"/>
          </a:xfrm>
        </p:spPr>
        <p:txBody>
          <a:bodyPr/>
          <a:lstStyle/>
          <a:p>
            <a:fld id="{D291CE83-67BA-4B15-B48A-7DC5C0636664}" type="datetime1">
              <a:rPr lang="en-US" smtClean="0"/>
              <a:t>1/16/2026</a:t>
            </a:fld>
            <a:endParaRPr lang="en-US" dirty="0"/>
          </a:p>
        </p:txBody>
      </p:sp>
      <p:sp>
        <p:nvSpPr>
          <p:cNvPr id="5" name="Footer Placeholder 4">
            <a:extLst>
              <a:ext uri="{FF2B5EF4-FFF2-40B4-BE49-F238E27FC236}">
                <a16:creationId xmlns:a16="http://schemas.microsoft.com/office/drawing/2014/main" id="{CB2B736B-B406-9A7E-22AA-76A4D50B1C46}"/>
              </a:ext>
            </a:extLst>
          </p:cNvPr>
          <p:cNvSpPr>
            <a:spLocks noGrp="1"/>
          </p:cNvSpPr>
          <p:nvPr>
            <p:ph type="ftr" sz="quarter" idx="16"/>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7879AEA-65CD-C53A-46A6-3E0B7750CBD4}"/>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827960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dpi="0" rotWithShape="1">
            <a:blip r:embed="rId2">
              <a:alphaModFix amt="70000"/>
            </a:blip>
            <a:srcRect/>
            <a:stretch>
              <a:fillRect/>
            </a:stretch>
          </a:blipFill>
        </p:spPr>
        <p:txBody>
          <a:bodyPr vert="horz" lIns="91440" tIns="45720" rIns="91440" bIns="45720" rtlCol="0">
            <a:normAutofit/>
          </a:bodyPr>
          <a:lstStyle>
            <a:lvl1pPr marL="0" indent="0">
              <a:buFont typeface="Arial" panose="020B0604020202020204" pitchFamily="34" charset="0"/>
              <a:buNone/>
              <a:defRPr lang="en-US" dirty="0"/>
            </a:lvl1pPr>
          </a:lstStyle>
          <a:p>
            <a:pPr lvl="0"/>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548640"/>
            <a:ext cx="7717317" cy="1143000"/>
          </a:xfrm>
        </p:spPr>
        <p:txBody>
          <a:bodyPr anchor="b">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21792"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ED58995C-B2A0-2BD9-5A1B-B88CE0265AAE}"/>
              </a:ext>
            </a:extLst>
          </p:cNvPr>
          <p:cNvSpPr>
            <a:spLocks noGrp="1"/>
          </p:cNvSpPr>
          <p:nvPr>
            <p:ph type="dt" sz="half" idx="15"/>
          </p:nvPr>
        </p:nvSpPr>
        <p:spPr/>
        <p:txBody>
          <a:bodyPr/>
          <a:lstStyle/>
          <a:p>
            <a:fld id="{D291CE83-67BA-4B15-B48A-7DC5C0636664}" type="datetime1">
              <a:rPr lang="en-US" smtClean="0"/>
              <a:t>1/16/2026</a:t>
            </a:fld>
            <a:endParaRPr lang="en-US" dirty="0"/>
          </a:p>
        </p:txBody>
      </p:sp>
      <p:sp>
        <p:nvSpPr>
          <p:cNvPr id="4" name="Footer Placeholder 3">
            <a:extLst>
              <a:ext uri="{FF2B5EF4-FFF2-40B4-BE49-F238E27FC236}">
                <a16:creationId xmlns:a16="http://schemas.microsoft.com/office/drawing/2014/main" id="{70B089E1-B2B6-08A8-5859-8FDDB86379BD}"/>
              </a:ext>
            </a:extLst>
          </p:cNvPr>
          <p:cNvSpPr>
            <a:spLocks noGrp="1"/>
          </p:cNvSpPr>
          <p:nvPr>
            <p:ph type="ftr" sz="quarter" idx="16"/>
          </p:nvPr>
        </p:nvSpPr>
        <p:spPr>
          <a:xfrm>
            <a:off x="3645573" y="6453002"/>
            <a:ext cx="2805405" cy="365125"/>
          </a:xfrm>
        </p:spPr>
        <p:txBody>
          <a:bodyPr/>
          <a:lstStyle/>
          <a:p>
            <a:r>
              <a:rPr lang="en-US" dirty="0"/>
              <a:t>Sample Footer Text</a:t>
            </a:r>
          </a:p>
        </p:txBody>
      </p:sp>
      <p:sp>
        <p:nvSpPr>
          <p:cNvPr id="5" name="Slide Number Placeholder 4">
            <a:extLst>
              <a:ext uri="{FF2B5EF4-FFF2-40B4-BE49-F238E27FC236}">
                <a16:creationId xmlns:a16="http://schemas.microsoft.com/office/drawing/2014/main" id="{17E5AF9F-BF31-C7BB-740C-349D3B0D62A5}"/>
              </a:ext>
            </a:extLst>
          </p:cNvPr>
          <p:cNvSpPr>
            <a:spLocks noGrp="1"/>
          </p:cNvSpPr>
          <p:nvPr>
            <p:ph type="sldNum" sz="quarter" idx="17"/>
          </p:nvPr>
        </p:nvSpPr>
        <p:spPr>
          <a:xfrm>
            <a:off x="6480006" y="6453002"/>
            <a:ext cx="379443"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121475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603504"/>
            <a:ext cx="10964029" cy="1005840"/>
          </a:xfrm>
        </p:spPr>
        <p:txBody>
          <a:bodyPr anchor="t" anchorCtr="0"/>
          <a:lstStyle>
            <a:lvl1pPr>
              <a:defRPr>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1792" y="1828800"/>
            <a:ext cx="5577840" cy="44805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48059" y="1828798"/>
            <a:ext cx="4937761" cy="4480561"/>
          </a:xfrm>
          <a:blipFill>
            <a:blip r:embed="rId2">
              <a:alphaModFix amt="70000"/>
            </a:blip>
            <a:stretch>
              <a:fillRect l="-650" t="-6123" b="1"/>
            </a:stretch>
          </a:blipFill>
        </p:spPr>
        <p:txBody>
          <a:bodyPr/>
          <a:lstStyle>
            <a:lvl1pPr marL="0" indent="0">
              <a:buFont typeface="Arial" panose="020B0604020202020204" pitchFamily="34" charset="0"/>
              <a:buNone/>
              <a:defRPr/>
            </a:lvl1pPr>
          </a:lstStyle>
          <a:p>
            <a:r>
              <a:rPr lang="en-US" dirty="0"/>
              <a:t> </a:t>
            </a:r>
          </a:p>
        </p:txBody>
      </p:sp>
      <p:sp>
        <p:nvSpPr>
          <p:cNvPr id="3" name="Date Placeholder 2">
            <a:extLst>
              <a:ext uri="{FF2B5EF4-FFF2-40B4-BE49-F238E27FC236}">
                <a16:creationId xmlns:a16="http://schemas.microsoft.com/office/drawing/2014/main" id="{FE4D90A4-3BB5-5BF3-1AE7-84F335478E7A}"/>
              </a:ext>
            </a:extLst>
          </p:cNvPr>
          <p:cNvSpPr>
            <a:spLocks noGrp="1"/>
          </p:cNvSpPr>
          <p:nvPr>
            <p:ph type="dt" sz="half" idx="15"/>
          </p:nvPr>
        </p:nvSpPr>
        <p:spPr/>
        <p:txBody>
          <a:bodyPr/>
          <a:lstStyle/>
          <a:p>
            <a:fld id="{D291CE83-67BA-4B15-B48A-7DC5C0636664}" type="datetime1">
              <a:rPr lang="en-US" smtClean="0"/>
              <a:t>1/16/2026</a:t>
            </a:fld>
            <a:endParaRPr lang="en-US" dirty="0"/>
          </a:p>
        </p:txBody>
      </p:sp>
      <p:sp>
        <p:nvSpPr>
          <p:cNvPr id="4" name="Footer Placeholder 3">
            <a:extLst>
              <a:ext uri="{FF2B5EF4-FFF2-40B4-BE49-F238E27FC236}">
                <a16:creationId xmlns:a16="http://schemas.microsoft.com/office/drawing/2014/main" id="{71E8C3D3-AC9B-D17D-77D4-AC4732E81C02}"/>
              </a:ext>
            </a:extLst>
          </p:cNvPr>
          <p:cNvSpPr>
            <a:spLocks noGrp="1"/>
          </p:cNvSpPr>
          <p:nvPr>
            <p:ph type="ftr" sz="quarter" idx="16"/>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6E4867DB-1F5E-6695-55B8-5974C08DD3A9}"/>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213057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603503"/>
            <a:ext cx="10963656" cy="1005840"/>
          </a:xfrm>
        </p:spPr>
        <p:txBody>
          <a:bodyPr anchor="t" anchorCtr="0"/>
          <a:lstStyle>
            <a:lvl1pPr>
              <a:defRPr>
                <a:solidFill>
                  <a:schemeClr val="bg1"/>
                </a:solidFill>
                <a:highlight>
                  <a:srgbClr val="000000"/>
                </a:highlight>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21792" y="1828800"/>
            <a:ext cx="6446520" cy="4425696"/>
          </a:xfrm>
          <a:blipFill>
            <a:blip r:embed="rId2">
              <a:alphaModFix amt="70000"/>
            </a:blip>
            <a:stretch>
              <a:fillRect/>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562088" y="1828800"/>
            <a:ext cx="4023360" cy="4428871"/>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1/16/2026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099055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1005840"/>
          </a:xfrm>
        </p:spPr>
        <p:txBody>
          <a:bodyPr anchor="t" anchorCtr="0"/>
          <a:lstStyle>
            <a:lvl1pPr>
              <a:defRPr>
                <a:solidFill>
                  <a:schemeClr val="bg1"/>
                </a:solidFill>
                <a:highlight>
                  <a:srgbClr val="000000"/>
                </a:highlight>
              </a:defRPr>
            </a:lvl1pPr>
          </a:lstStyle>
          <a:p>
            <a:r>
              <a:rPr lang="en-US" dirty="0"/>
              <a:t>Click to edit Master title style</a:t>
            </a:r>
          </a:p>
        </p:txBody>
      </p:sp>
      <p:sp>
        <p:nvSpPr>
          <p:cNvPr id="3" name="Picture Placeholder 10">
            <a:extLst>
              <a:ext uri="{FF2B5EF4-FFF2-40B4-BE49-F238E27FC236}">
                <a16:creationId xmlns:a16="http://schemas.microsoft.com/office/drawing/2014/main" id="{73B5F72B-0708-4E77-756F-A5A83827C610}"/>
              </a:ext>
            </a:extLst>
          </p:cNvPr>
          <p:cNvSpPr>
            <a:spLocks noGrp="1"/>
          </p:cNvSpPr>
          <p:nvPr>
            <p:ph type="pic" sz="quarter" idx="13" hasCustomPrompt="1"/>
          </p:nvPr>
        </p:nvSpPr>
        <p:spPr>
          <a:xfrm>
            <a:off x="621792" y="1828798"/>
            <a:ext cx="4937761" cy="4480561"/>
          </a:xfrm>
          <a:blipFill>
            <a:blip r:embed="rId2">
              <a:alphaModFix amt="70000"/>
            </a:blip>
            <a:stretch>
              <a:fillRect l="-185" t="-6123" b="1"/>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052373" y="1828800"/>
            <a:ext cx="5577840" cy="44805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1/16/2026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355329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70000"/>
            </a:blip>
            <a:srcRect/>
            <a:stretch>
              <a:fillRect/>
            </a:stretch>
          </a:blipFill>
        </p:spPr>
        <p:txBody>
          <a:bodyPr vert="horz" lIns="91440" tIns="45720" rIns="91440" bIns="45720" rtlCol="0">
            <a:normAutofit/>
          </a:bodyPr>
          <a:lstStyle>
            <a:lvl1pPr marL="0" indent="0">
              <a:buFont typeface="Arial" panose="020B0604020202020204" pitchFamily="34" charset="0"/>
              <a:buNone/>
              <a:defRPr lang="en-US"/>
            </a:lvl1pPr>
          </a:lstStyle>
          <a:p>
            <a:pPr lvl="0"/>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01537" y="320039"/>
            <a:ext cx="8502199" cy="1258389"/>
          </a:xfrm>
        </p:spPr>
        <p:txBody>
          <a:bodyPr anchor="b">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725386"/>
            <a:ext cx="6858000" cy="46388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1A5F77D0-C28E-4573-88F0-0A30FF98888E}" type="datetime1">
              <a:rPr lang="en-US" smtClean="0"/>
              <a:t>1/16/2026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663590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70000"/>
            </a:blip>
            <a:srcRect/>
            <a:stretch>
              <a:fillRect/>
            </a:stretch>
          </a:blipFill>
        </p:spPr>
        <p:txBody>
          <a:bodyPr vert="horz" lIns="91440" tIns="45720" rIns="91440" bIns="45720" rtlCol="0">
            <a:normAutofit/>
          </a:bodyPr>
          <a:lstStyle>
            <a:lvl1pPr marL="0" indent="0">
              <a:buFont typeface="Arial" panose="020B0604020202020204" pitchFamily="34" charset="0"/>
              <a:buNone/>
              <a:defRPr lang="en-US"/>
            </a:lvl1pPr>
          </a:lstStyle>
          <a:p>
            <a:pPr lvl="0"/>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8400908" cy="1261872"/>
          </a:xfrm>
        </p:spPr>
        <p:txBody>
          <a:bodyPr anchor="b">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728870"/>
            <a:ext cx="6858000" cy="46353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B445D377-13FB-4841-FF6E-B9BD15CCC94D}"/>
              </a:ext>
            </a:extLst>
          </p:cNvPr>
          <p:cNvSpPr>
            <a:spLocks noGrp="1"/>
          </p:cNvSpPr>
          <p:nvPr>
            <p:ph type="dt" sz="half" idx="15"/>
          </p:nvPr>
        </p:nvSpPr>
        <p:spPr/>
        <p:txBody>
          <a:bodyPr/>
          <a:lstStyle/>
          <a:p>
            <a:fld id="{D291CE83-67BA-4B15-B48A-7DC5C0636664}" type="datetime1">
              <a:rPr lang="en-US" smtClean="0"/>
              <a:t>1/16/2026</a:t>
            </a:fld>
            <a:endParaRPr lang="en-US" dirty="0"/>
          </a:p>
        </p:txBody>
      </p:sp>
      <p:sp>
        <p:nvSpPr>
          <p:cNvPr id="5" name="Footer Placeholder 4">
            <a:extLst>
              <a:ext uri="{FF2B5EF4-FFF2-40B4-BE49-F238E27FC236}">
                <a16:creationId xmlns:a16="http://schemas.microsoft.com/office/drawing/2014/main" id="{C0E58E07-B079-D675-1C8D-4728A21EA972}"/>
              </a:ext>
            </a:extLst>
          </p:cNvPr>
          <p:cNvSpPr>
            <a:spLocks noGrp="1"/>
          </p:cNvSpPr>
          <p:nvPr>
            <p:ph type="ftr" sz="quarter" idx="16"/>
          </p:nvPr>
        </p:nvSpPr>
        <p:spPr>
          <a:xfrm>
            <a:off x="4275493" y="6453002"/>
            <a:ext cx="2805405"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EB0DC5B2-0CA1-6496-FDE3-6FA015A4EE36}"/>
              </a:ext>
            </a:extLst>
          </p:cNvPr>
          <p:cNvSpPr>
            <a:spLocks noGrp="1"/>
          </p:cNvSpPr>
          <p:nvPr>
            <p:ph type="sldNum" sz="quarter" idx="17"/>
          </p:nvPr>
        </p:nvSpPr>
        <p:spPr>
          <a:xfrm>
            <a:off x="7109926" y="6453002"/>
            <a:ext cx="379443"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956060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46804" y="2427156"/>
            <a:ext cx="4186010" cy="3905381"/>
          </a:xfrm>
          <a:blipFill>
            <a:blip r:embed="rId2">
              <a:alphaModFix amt="70000"/>
            </a:blip>
            <a:stretch>
              <a:fillRect l="-718" r="1"/>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1" y="548638"/>
            <a:ext cx="5111021" cy="2492735"/>
          </a:xfrm>
        </p:spPr>
        <p:txBody>
          <a:bodyPr anchor="t" anchorCtr="0">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73FE0C-303A-49D2-B22C-9FE8AE7D9EF1}" type="datetime1">
              <a:rPr lang="en-US" smtClean="0"/>
              <a:t>1/16/2026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203969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46803" y="2295144"/>
            <a:ext cx="3085185" cy="4041648"/>
          </a:xfrm>
          <a:blipFill>
            <a:blip r:embed="rId2">
              <a:alphaModFix amt="70000"/>
            </a:blip>
            <a:stretch>
              <a:fillRect l="-974" r="1"/>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549274"/>
            <a:ext cx="4023360" cy="2743200"/>
          </a:xfrm>
        </p:spPr>
        <p:txBody>
          <a:bodyPr anchor="t" anchorCtr="0">
            <a:noAutofit/>
          </a:bodyPr>
          <a:lstStyle>
            <a:lvl1pPr>
              <a:defRPr sz="4000">
                <a:solidFill>
                  <a:schemeClr val="bg1"/>
                </a:solidFill>
                <a:highlight>
                  <a:srgbClr val="000000"/>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1/16/2026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929476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BFB767-CAF2-628B-7675-91B983B225CB}"/>
              </a:ext>
            </a:extLst>
          </p:cNvPr>
          <p:cNvSpPr>
            <a:spLocks noGrp="1"/>
          </p:cNvSpPr>
          <p:nvPr>
            <p:ph type="pic" sz="quarter" idx="13" hasCustomPrompt="1"/>
          </p:nvPr>
        </p:nvSpPr>
        <p:spPr>
          <a:xfrm>
            <a:off x="0" y="0"/>
            <a:ext cx="10172699" cy="5067300"/>
          </a:xfrm>
          <a:blipFill dpi="0" rotWithShape="1">
            <a:blip r:embed="rId2">
              <a:alphaModFix amt="70000"/>
            </a:blip>
            <a:srcRect/>
            <a:stretch>
              <a:fillRect/>
            </a:stretch>
          </a:blipFill>
        </p:spPr>
        <p:txBody>
          <a:bodyPr vert="horz" lIns="91440" tIns="45720" rIns="91440" bIns="45720" rtlCol="0">
            <a:normAutofit/>
          </a:bodyPr>
          <a:lstStyle>
            <a:lvl1pPr marL="0" indent="0">
              <a:buFont typeface="Arial" panose="020B0604020202020204" pitchFamily="34" charset="0"/>
              <a:buNone/>
              <a:defRPr lang="en-US"/>
            </a:lvl1pPr>
          </a:lstStyle>
          <a:p>
            <a:pPr lvl="0"/>
            <a:r>
              <a:rPr lang="en-US" dirty="0"/>
              <a:t> </a:t>
            </a:r>
          </a:p>
        </p:txBody>
      </p:sp>
      <p:sp>
        <p:nvSpPr>
          <p:cNvPr id="2" name="Title 1">
            <a:extLst>
              <a:ext uri="{FF2B5EF4-FFF2-40B4-BE49-F238E27FC236}">
                <a16:creationId xmlns:a16="http://schemas.microsoft.com/office/drawing/2014/main" id="{9B0FF197-4D72-4945-8068-57D52018E6C9}"/>
              </a:ext>
            </a:extLst>
          </p:cNvPr>
          <p:cNvSpPr>
            <a:spLocks noGrp="1"/>
          </p:cNvSpPr>
          <p:nvPr>
            <p:ph type="title"/>
          </p:nvPr>
        </p:nvSpPr>
        <p:spPr>
          <a:xfrm>
            <a:off x="6096000" y="914399"/>
            <a:ext cx="5448300" cy="3117553"/>
          </a:xfrm>
        </p:spPr>
        <p:txBody>
          <a:bodyPr anchor="t">
            <a:normAutofit/>
          </a:bodyPr>
          <a:lstStyle>
            <a:lvl1pPr algn="r">
              <a:defRPr sz="4000">
                <a:solidFill>
                  <a:schemeClr val="bg1"/>
                </a:solidFill>
                <a:highlight>
                  <a:srgbClr val="000000"/>
                </a:highligh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8C81FA8-039D-4BAF-8AAB-7B6616AFEEC6}"/>
              </a:ext>
            </a:extLst>
          </p:cNvPr>
          <p:cNvSpPr>
            <a:spLocks noGrp="1"/>
          </p:cNvSpPr>
          <p:nvPr>
            <p:ph idx="1"/>
          </p:nvPr>
        </p:nvSpPr>
        <p:spPr>
          <a:xfrm>
            <a:off x="1981201" y="5560042"/>
            <a:ext cx="8271878" cy="542344"/>
          </a:xfrm>
        </p:spPr>
        <p:txBody>
          <a:bodyPr/>
          <a:lstStyle>
            <a:lvl1pPr marL="0" indent="0" algn="r">
              <a:buNone/>
              <a:defRPr lang="en-US" sz="2000" kern="1200" dirty="0">
                <a:solidFill>
                  <a:schemeClr val="tx1"/>
                </a:solidFill>
                <a:effectLst/>
                <a:latin typeface="+mn-lt"/>
                <a:ea typeface="+mn-ea"/>
                <a:cs typeface="+mn-cs"/>
              </a:defRPr>
            </a:lvl1pPr>
            <a:lvl2pPr algn="r">
              <a:defRPr/>
            </a:lvl2pPr>
            <a:lvl3pPr algn="r">
              <a:defRPr/>
            </a:lvl3pPr>
            <a:lvl4pPr algn="r">
              <a:defRPr/>
            </a:lvl4pPr>
            <a:lvl5pPr algn="r">
              <a:defRPr/>
            </a:lvl5pPr>
          </a:lstStyle>
          <a:p>
            <a:pPr lvl="0"/>
            <a:r>
              <a:rPr lang="en-US" dirty="0"/>
              <a:t>Click to edit Master text styles</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09E58DE0-2D5A-4C5D-BB9F-60B17AEDD2D8}" type="datetimeFigureOut">
              <a:rPr lang="en-US" smtClean="0"/>
              <a:t>1/16/2026</a:t>
            </a:fld>
            <a:endParaRPr lang="en-US" dirty="0"/>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B37E107C-2248-4498-B52C-AA96C672919A}" type="slidenum">
              <a:rPr lang="en-US" smtClean="0"/>
              <a:t>‹#›</a:t>
            </a:fld>
            <a:endParaRPr lang="en-US" dirty="0"/>
          </a:p>
        </p:txBody>
      </p:sp>
    </p:spTree>
    <p:extLst>
      <p:ext uri="{BB962C8B-B14F-4D97-AF65-F5344CB8AC3E}">
        <p14:creationId xmlns:p14="http://schemas.microsoft.com/office/powerpoint/2010/main" val="19506572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BFB767-CAF2-628B-7675-91B983B225CB}"/>
              </a:ext>
            </a:extLst>
          </p:cNvPr>
          <p:cNvSpPr>
            <a:spLocks noGrp="1"/>
          </p:cNvSpPr>
          <p:nvPr>
            <p:ph type="pic" sz="quarter" idx="13" hasCustomPrompt="1"/>
          </p:nvPr>
        </p:nvSpPr>
        <p:spPr>
          <a:xfrm>
            <a:off x="0" y="0"/>
            <a:ext cx="4076700" cy="4193427"/>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2" name="Title 1">
            <a:extLst>
              <a:ext uri="{FF2B5EF4-FFF2-40B4-BE49-F238E27FC236}">
                <a16:creationId xmlns:a16="http://schemas.microsoft.com/office/drawing/2014/main" id="{9B0FF197-4D72-4945-8068-57D52018E6C9}"/>
              </a:ext>
            </a:extLst>
          </p:cNvPr>
          <p:cNvSpPr>
            <a:spLocks noGrp="1"/>
          </p:cNvSpPr>
          <p:nvPr>
            <p:ph type="title"/>
          </p:nvPr>
        </p:nvSpPr>
        <p:spPr>
          <a:xfrm>
            <a:off x="660591" y="3786474"/>
            <a:ext cx="4169890" cy="1614008"/>
          </a:xfrm>
        </p:spPr>
        <p:txBody>
          <a:bodyPr anchor="t">
            <a:noAutofit/>
          </a:bodyPr>
          <a:lstStyle>
            <a:lvl1pPr algn="r">
              <a:defRPr sz="4000">
                <a:solidFill>
                  <a:schemeClr val="bg1"/>
                </a:solidFill>
                <a:highlight>
                  <a:srgbClr val="000000"/>
                </a:highlight>
              </a:defRPr>
            </a:lvl1pPr>
          </a:lstStyle>
          <a:p>
            <a:r>
              <a:rPr lang="en-US"/>
              <a:t>Click to edit Master title style</a:t>
            </a:r>
            <a:endParaRPr lang="en-US" dirty="0"/>
          </a:p>
        </p:txBody>
      </p:sp>
      <p:sp>
        <p:nvSpPr>
          <p:cNvPr id="8" name="Content Placeholder 2">
            <a:extLst>
              <a:ext uri="{FF2B5EF4-FFF2-40B4-BE49-F238E27FC236}">
                <a16:creationId xmlns:a16="http://schemas.microsoft.com/office/drawing/2014/main" id="{A40C7A95-E12A-CD85-629E-0A9E34DCE380}"/>
              </a:ext>
            </a:extLst>
          </p:cNvPr>
          <p:cNvSpPr>
            <a:spLocks noGrp="1"/>
          </p:cNvSpPr>
          <p:nvPr>
            <p:ph idx="1"/>
          </p:nvPr>
        </p:nvSpPr>
        <p:spPr>
          <a:xfrm>
            <a:off x="5499291" y="914400"/>
            <a:ext cx="5773936" cy="5029200"/>
          </a:xfrm>
        </p:spPr>
        <p:txBody>
          <a:bodyPr>
            <a:norm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09E58DE0-2D5A-4C5D-BB9F-60B17AEDD2D8}" type="datetimeFigureOut">
              <a:rPr lang="en-US" smtClean="0"/>
              <a:t>1/16/2026</a:t>
            </a:fld>
            <a:endParaRPr lang="en-US" dirty="0"/>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B37E107C-2248-4498-B52C-AA96C672919A}" type="slidenum">
              <a:rPr lang="en-US" smtClean="0"/>
              <a:t>‹#›</a:t>
            </a:fld>
            <a:endParaRPr lang="en-US" dirty="0"/>
          </a:p>
        </p:txBody>
      </p:sp>
    </p:spTree>
    <p:extLst>
      <p:ext uri="{BB962C8B-B14F-4D97-AF65-F5344CB8AC3E}">
        <p14:creationId xmlns:p14="http://schemas.microsoft.com/office/powerpoint/2010/main" val="35433668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21">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BFB767-CAF2-628B-7675-91B983B225CB}"/>
              </a:ext>
            </a:extLst>
          </p:cNvPr>
          <p:cNvSpPr>
            <a:spLocks noGrp="1"/>
          </p:cNvSpPr>
          <p:nvPr>
            <p:ph type="pic" sz="quarter" idx="13" hasCustomPrompt="1"/>
          </p:nvPr>
        </p:nvSpPr>
        <p:spPr>
          <a:xfrm>
            <a:off x="-1" y="0"/>
            <a:ext cx="8115299"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sp>
        <p:nvSpPr>
          <p:cNvPr id="7" name="Title 6">
            <a:extLst>
              <a:ext uri="{FF2B5EF4-FFF2-40B4-BE49-F238E27FC236}">
                <a16:creationId xmlns:a16="http://schemas.microsoft.com/office/drawing/2014/main" id="{C34B03A4-39B7-F5C1-D964-CA069C0F716B}"/>
              </a:ext>
            </a:extLst>
          </p:cNvPr>
          <p:cNvSpPr>
            <a:spLocks noGrp="1"/>
          </p:cNvSpPr>
          <p:nvPr>
            <p:ph type="title"/>
          </p:nvPr>
        </p:nvSpPr>
        <p:spPr>
          <a:xfrm>
            <a:off x="647701" y="647698"/>
            <a:ext cx="4225166" cy="2420757"/>
          </a:xfrm>
        </p:spPr>
        <p:txBody>
          <a:bodyPr/>
          <a:lstStyle>
            <a:lvl1pPr>
              <a:defRPr>
                <a:solidFill>
                  <a:schemeClr val="bg1"/>
                </a:solidFill>
                <a:highlight>
                  <a:srgbClr val="000000"/>
                </a:highlight>
              </a:defRPr>
            </a:lvl1pPr>
          </a:lstStyle>
          <a:p>
            <a:r>
              <a:rPr lang="en-US" dirty="0"/>
              <a:t>Click to edit Master title style</a:t>
            </a:r>
          </a:p>
        </p:txBody>
      </p:sp>
      <p:sp>
        <p:nvSpPr>
          <p:cNvPr id="8" name="Content Placeholder 2">
            <a:extLst>
              <a:ext uri="{FF2B5EF4-FFF2-40B4-BE49-F238E27FC236}">
                <a16:creationId xmlns:a16="http://schemas.microsoft.com/office/drawing/2014/main" id="{A40C7A95-E12A-CD85-629E-0A9E34DCE380}"/>
              </a:ext>
            </a:extLst>
          </p:cNvPr>
          <p:cNvSpPr>
            <a:spLocks noGrp="1"/>
          </p:cNvSpPr>
          <p:nvPr>
            <p:ph idx="1"/>
          </p:nvPr>
        </p:nvSpPr>
        <p:spPr>
          <a:xfrm>
            <a:off x="8854931" y="647699"/>
            <a:ext cx="2689367" cy="5562599"/>
          </a:xfrm>
        </p:spPr>
        <p:txBody>
          <a:bodyPr>
            <a:normAutofit/>
          </a:bodyPr>
          <a:lstStyle>
            <a:lvl1pPr marL="342900" indent="-342900">
              <a:buFont typeface="Arial" panose="020B0604020202020204" pitchFamily="34" charset="0"/>
              <a:buChar char="•"/>
              <a:defRPr/>
            </a:lvl1pPr>
            <a:lvl2pPr marL="514350" indent="-285750">
              <a:buFont typeface="Arial" panose="020B0604020202020204" pitchFamily="34" charset="0"/>
              <a:buChar char="•"/>
              <a:defRPr/>
            </a:lvl2pPr>
            <a:lvl3pPr marL="742950" indent="-285750">
              <a:buFont typeface="Arial" panose="020B0604020202020204" pitchFamily="34" charset="0"/>
              <a:buChar char="•"/>
              <a:defRPr/>
            </a:lvl3pPr>
            <a:lvl4pPr marL="971550" indent="-285750">
              <a:buFont typeface="Arial" panose="020B0604020202020204" pitchFamily="34" charset="0"/>
              <a:buChar char="•"/>
              <a:defRPr/>
            </a:lvl4pPr>
            <a:lvl5pPr marL="1085850" indent="-17145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09E58DE0-2D5A-4C5D-BB9F-60B17AEDD2D8}" type="datetimeFigureOut">
              <a:rPr lang="en-US" smtClean="0"/>
              <a:t>1/16/2026</a:t>
            </a:fld>
            <a:endParaRPr lang="en-US" dirty="0"/>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B37E107C-2248-4498-B52C-AA96C672919A}" type="slidenum">
              <a:rPr lang="en-US" smtClean="0"/>
              <a:t>‹#›</a:t>
            </a:fld>
            <a:endParaRPr lang="en-US" dirty="0"/>
          </a:p>
        </p:txBody>
      </p:sp>
    </p:spTree>
    <p:extLst>
      <p:ext uri="{BB962C8B-B14F-4D97-AF65-F5344CB8AC3E}">
        <p14:creationId xmlns:p14="http://schemas.microsoft.com/office/powerpoint/2010/main" val="19107829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22">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BFB767-CAF2-628B-7675-91B983B225CB}"/>
              </a:ext>
            </a:extLst>
          </p:cNvPr>
          <p:cNvSpPr>
            <a:spLocks noGrp="1"/>
          </p:cNvSpPr>
          <p:nvPr>
            <p:ph type="pic" sz="quarter" idx="13" hasCustomPrompt="1"/>
          </p:nvPr>
        </p:nvSpPr>
        <p:spPr>
          <a:xfrm>
            <a:off x="1981200" y="0"/>
            <a:ext cx="10210798" cy="5067300"/>
          </a:xfrm>
          <a:blipFill dpi="0" rotWithShape="1">
            <a:blip r:embed="rId2">
              <a:alphaModFix amt="7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8" name="Title 7">
            <a:extLst>
              <a:ext uri="{FF2B5EF4-FFF2-40B4-BE49-F238E27FC236}">
                <a16:creationId xmlns:a16="http://schemas.microsoft.com/office/drawing/2014/main" id="{1B520403-BDFD-00AF-7685-E3C2366A63ED}"/>
              </a:ext>
            </a:extLst>
          </p:cNvPr>
          <p:cNvSpPr>
            <a:spLocks noGrp="1"/>
          </p:cNvSpPr>
          <p:nvPr>
            <p:ph type="title"/>
          </p:nvPr>
        </p:nvSpPr>
        <p:spPr>
          <a:xfrm>
            <a:off x="914400" y="647700"/>
            <a:ext cx="5181600" cy="2595563"/>
          </a:xfrm>
        </p:spPr>
        <p:txBody>
          <a:bodyPr/>
          <a:lstStyle>
            <a:lvl1pPr>
              <a:defRPr>
                <a:solidFill>
                  <a:schemeClr val="bg1"/>
                </a:solidFill>
                <a:highlight>
                  <a:srgbClr val="000000"/>
                </a:highlight>
              </a:defRPr>
            </a:lvl1pPr>
          </a:lstStyle>
          <a:p>
            <a:r>
              <a:rPr lang="en-US" dirty="0"/>
              <a:t>Click to edit Master title style</a:t>
            </a:r>
          </a:p>
        </p:txBody>
      </p:sp>
      <p:sp>
        <p:nvSpPr>
          <p:cNvPr id="11" name="Content Placeholder 10">
            <a:extLst>
              <a:ext uri="{FF2B5EF4-FFF2-40B4-BE49-F238E27FC236}">
                <a16:creationId xmlns:a16="http://schemas.microsoft.com/office/drawing/2014/main" id="{D1DFE5C8-DAB2-CA31-6958-050610D77ADF}"/>
              </a:ext>
            </a:extLst>
          </p:cNvPr>
          <p:cNvSpPr>
            <a:spLocks noGrp="1"/>
          </p:cNvSpPr>
          <p:nvPr>
            <p:ph sz="quarter" idx="14"/>
          </p:nvPr>
        </p:nvSpPr>
        <p:spPr>
          <a:xfrm>
            <a:off x="1893888" y="5559425"/>
            <a:ext cx="8278812" cy="650875"/>
          </a:xfrm>
        </p:spPr>
        <p:txBody>
          <a:bodyPr>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09E58DE0-2D5A-4C5D-BB9F-60B17AEDD2D8}" type="datetimeFigureOut">
              <a:rPr lang="en-US" smtClean="0"/>
              <a:t>1/16/2026</a:t>
            </a:fld>
            <a:endParaRPr lang="en-US" dirty="0"/>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B37E107C-2248-4498-B52C-AA96C672919A}" type="slidenum">
              <a:rPr lang="en-US" smtClean="0"/>
              <a:t>‹#›</a:t>
            </a:fld>
            <a:endParaRPr lang="en-US" dirty="0"/>
          </a:p>
        </p:txBody>
      </p:sp>
    </p:spTree>
    <p:extLst>
      <p:ext uri="{BB962C8B-B14F-4D97-AF65-F5344CB8AC3E}">
        <p14:creationId xmlns:p14="http://schemas.microsoft.com/office/powerpoint/2010/main" val="32953861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2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BFB767-CAF2-628B-7675-91B983B225CB}"/>
              </a:ext>
            </a:extLst>
          </p:cNvPr>
          <p:cNvSpPr>
            <a:spLocks noGrp="1"/>
          </p:cNvSpPr>
          <p:nvPr>
            <p:ph type="pic" sz="quarter" idx="13" hasCustomPrompt="1"/>
          </p:nvPr>
        </p:nvSpPr>
        <p:spPr>
          <a:xfrm>
            <a:off x="0" y="0"/>
            <a:ext cx="12192000" cy="4193427"/>
          </a:xfrm>
          <a:blipFill dpi="0" rotWithShape="1">
            <a:blip r:embed="rId2">
              <a:alphaModFix amt="7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7" name="Title 6">
            <a:extLst>
              <a:ext uri="{FF2B5EF4-FFF2-40B4-BE49-F238E27FC236}">
                <a16:creationId xmlns:a16="http://schemas.microsoft.com/office/drawing/2014/main" id="{4A48BCDE-4694-0B11-3F5D-030F758E59D0}"/>
              </a:ext>
            </a:extLst>
          </p:cNvPr>
          <p:cNvSpPr>
            <a:spLocks noGrp="1"/>
          </p:cNvSpPr>
          <p:nvPr>
            <p:ph type="title"/>
          </p:nvPr>
        </p:nvSpPr>
        <p:spPr>
          <a:xfrm>
            <a:off x="652372" y="1712200"/>
            <a:ext cx="6019892" cy="1896956"/>
          </a:xfrm>
        </p:spPr>
        <p:txBody>
          <a:bodyPr/>
          <a:lstStyle>
            <a:lvl1pPr>
              <a:lnSpc>
                <a:spcPct val="90000"/>
              </a:lnSpc>
              <a:defRPr>
                <a:solidFill>
                  <a:schemeClr val="bg1"/>
                </a:solidFill>
                <a:highlight>
                  <a:srgbClr val="000000"/>
                </a:highlight>
              </a:defRPr>
            </a:lvl1pPr>
          </a:lstStyle>
          <a:p>
            <a:r>
              <a:rPr lang="en-US" dirty="0"/>
              <a:t>Click to edit Master title style</a:t>
            </a:r>
          </a:p>
        </p:txBody>
      </p:sp>
      <p:sp>
        <p:nvSpPr>
          <p:cNvPr id="9" name="Content Placeholder 2">
            <a:extLst>
              <a:ext uri="{FF2B5EF4-FFF2-40B4-BE49-F238E27FC236}">
                <a16:creationId xmlns:a16="http://schemas.microsoft.com/office/drawing/2014/main" id="{DE27908E-38A7-B900-61E8-3AB5DD08621C}"/>
              </a:ext>
            </a:extLst>
          </p:cNvPr>
          <p:cNvSpPr>
            <a:spLocks noGrp="1"/>
          </p:cNvSpPr>
          <p:nvPr>
            <p:ph idx="14"/>
          </p:nvPr>
        </p:nvSpPr>
        <p:spPr>
          <a:xfrm>
            <a:off x="6096000" y="4672013"/>
            <a:ext cx="5448300" cy="1538287"/>
          </a:xfrm>
        </p:spPr>
        <p:txBody>
          <a:bodyPr anchor="t">
            <a:normAutofit fontScale="85000" lnSpcReduction="10000"/>
          </a:bodyPr>
          <a:lstStyle/>
          <a:p>
            <a:pPr marL="0" lvl="0" indent="0" algn="r">
              <a:buNone/>
            </a:pPr>
            <a:r>
              <a:rPr lang="en-US" sz="2000"/>
              <a:t>Click to edit Master text styles</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09E58DE0-2D5A-4C5D-BB9F-60B17AEDD2D8}" type="datetimeFigureOut">
              <a:rPr lang="en-US" smtClean="0"/>
              <a:t>1/16/2026</a:t>
            </a:fld>
            <a:endParaRPr lang="en-US" dirty="0"/>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B37E107C-2248-4498-B52C-AA96C672919A}" type="slidenum">
              <a:rPr lang="en-US" smtClean="0"/>
              <a:t>‹#›</a:t>
            </a:fld>
            <a:endParaRPr lang="en-US" dirty="0"/>
          </a:p>
        </p:txBody>
      </p:sp>
    </p:spTree>
    <p:extLst>
      <p:ext uri="{BB962C8B-B14F-4D97-AF65-F5344CB8AC3E}">
        <p14:creationId xmlns:p14="http://schemas.microsoft.com/office/powerpoint/2010/main" val="41652065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8E65BD-66C5-5FF8-C229-BB94A762D9C5}"/>
              </a:ext>
            </a:extLst>
          </p:cNvPr>
          <p:cNvSpPr>
            <a:spLocks noGrp="1"/>
          </p:cNvSpPr>
          <p:nvPr>
            <p:ph type="title"/>
          </p:nvPr>
        </p:nvSpPr>
        <p:spPr>
          <a:xfrm>
            <a:off x="7166916" y="646438"/>
            <a:ext cx="4199074" cy="4641176"/>
          </a:xfrm>
        </p:spPr>
        <p:txBody>
          <a:bodyPr anchor="b">
            <a:normAutofit/>
          </a:bodyPr>
          <a:lstStyle>
            <a:lvl1pPr>
              <a:lnSpc>
                <a:spcPct val="120000"/>
              </a:lnSpc>
              <a:defRPr sz="2800" b="0" cap="none" spc="0" baseline="0">
                <a:latin typeface="+mn-lt"/>
              </a:defRPr>
            </a:lvl1pPr>
          </a:lstStyle>
          <a:p>
            <a:r>
              <a:rPr lang="en-US" dirty="0"/>
              <a:t>Click to edit Master title style</a:t>
            </a:r>
          </a:p>
        </p:txBody>
      </p:sp>
      <p:sp>
        <p:nvSpPr>
          <p:cNvPr id="11" name="Content Placeholder 10">
            <a:extLst>
              <a:ext uri="{FF2B5EF4-FFF2-40B4-BE49-F238E27FC236}">
                <a16:creationId xmlns:a16="http://schemas.microsoft.com/office/drawing/2014/main" id="{12A23D75-581D-5D22-B65B-6248EE148401}"/>
              </a:ext>
            </a:extLst>
          </p:cNvPr>
          <p:cNvSpPr>
            <a:spLocks noGrp="1"/>
          </p:cNvSpPr>
          <p:nvPr>
            <p:ph sz="quarter" idx="14" hasCustomPrompt="1"/>
          </p:nvPr>
        </p:nvSpPr>
        <p:spPr>
          <a:xfrm>
            <a:off x="539750" y="566739"/>
            <a:ext cx="6427788" cy="5668316"/>
          </a:xfrm>
        </p:spPr>
        <p:txBody>
          <a:bodyPr anchor="ctr">
            <a:normAutofit/>
          </a:bodyPr>
          <a:lstStyle>
            <a:lvl1pPr marL="0" indent="0">
              <a:lnSpc>
                <a:spcPct val="100000"/>
              </a:lnSpc>
              <a:buNone/>
              <a:defRPr sz="23200" b="1" spc="600" baseline="0">
                <a:solidFill>
                  <a:schemeClr val="bg1"/>
                </a:solidFill>
                <a:highlight>
                  <a:srgbClr val="000000"/>
                </a:highlight>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5AD3D17-73C9-402C-91E7-BA73E6829C50}" type="datetime1">
              <a:rPr lang="en-US" smtClean="0"/>
              <a:t>1/16/2026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353093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DA5FB0-3233-6F76-899A-A1958FBA86AB}"/>
              </a:ext>
            </a:extLst>
          </p:cNvPr>
          <p:cNvSpPr>
            <a:spLocks noGrp="1"/>
          </p:cNvSpPr>
          <p:nvPr>
            <p:ph type="title"/>
          </p:nvPr>
        </p:nvSpPr>
        <p:spPr>
          <a:xfrm>
            <a:off x="1935480" y="5120640"/>
            <a:ext cx="8321040" cy="1188720"/>
          </a:xfrm>
        </p:spPr>
        <p:txBody>
          <a:bodyPr>
            <a:normAutofit/>
          </a:bodyPr>
          <a:lstStyle>
            <a:lvl1pPr algn="ctr">
              <a:lnSpc>
                <a:spcPct val="120000"/>
              </a:lnSpc>
              <a:spcBef>
                <a:spcPts val="1000"/>
              </a:spcBef>
              <a:defRPr sz="2800" b="0" cap="none" spc="0" baseline="0">
                <a:latin typeface="+mn-lt"/>
              </a:defRPr>
            </a:lvl1pPr>
          </a:lstStyle>
          <a:p>
            <a:r>
              <a:rPr lang="en-US"/>
              <a:t>Click to edit Master title style</a:t>
            </a:r>
          </a:p>
        </p:txBody>
      </p:sp>
      <p:sp>
        <p:nvSpPr>
          <p:cNvPr id="7" name="Content Placeholder 7">
            <a:extLst>
              <a:ext uri="{FF2B5EF4-FFF2-40B4-BE49-F238E27FC236}">
                <a16:creationId xmlns:a16="http://schemas.microsoft.com/office/drawing/2014/main" id="{964560E1-132E-6944-7C66-491949C93CD6}"/>
              </a:ext>
            </a:extLst>
          </p:cNvPr>
          <p:cNvSpPr>
            <a:spLocks noGrp="1"/>
          </p:cNvSpPr>
          <p:nvPr>
            <p:ph sz="quarter" idx="13" hasCustomPrompt="1"/>
          </p:nvPr>
        </p:nvSpPr>
        <p:spPr>
          <a:xfrm>
            <a:off x="822960" y="603504"/>
            <a:ext cx="10543032" cy="4190614"/>
          </a:xfrm>
        </p:spPr>
        <p:txBody>
          <a:bodyPr anchor="ctr">
            <a:noAutofit/>
          </a:bodyPr>
          <a:lstStyle>
            <a:lvl1pPr marL="0" indent="0" algn="ctr">
              <a:lnSpc>
                <a:spcPct val="100000"/>
              </a:lnSpc>
              <a:spcBef>
                <a:spcPts val="0"/>
              </a:spcBef>
              <a:buNone/>
              <a:defRPr sz="23200" b="1" cap="all" spc="600" baseline="0">
                <a:solidFill>
                  <a:schemeClr val="tx1"/>
                </a:solidFill>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77A7CDD-9512-40CC-9351-FC0DE186CFBD}" type="datetime1">
              <a:rPr lang="en-US" smtClean="0"/>
              <a:t>1/16/2026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5763257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tx2">
            <a:lumMod val="1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EC46D51-F742-0411-C425-9FB4333D856D}"/>
              </a:ext>
            </a:extLst>
          </p:cNvPr>
          <p:cNvSpPr>
            <a:spLocks noGrp="1"/>
          </p:cNvSpPr>
          <p:nvPr>
            <p:ph type="title"/>
          </p:nvPr>
        </p:nvSpPr>
        <p:spPr>
          <a:xfrm>
            <a:off x="2377440" y="4937760"/>
            <a:ext cx="7525512" cy="1371600"/>
          </a:xfrm>
        </p:spPr>
        <p:txBody>
          <a:bodyPr>
            <a:normAutofit/>
          </a:bodyPr>
          <a:lstStyle>
            <a:lvl1pPr algn="ctr">
              <a:lnSpc>
                <a:spcPct val="120000"/>
              </a:lnSpc>
              <a:spcBef>
                <a:spcPts val="1000"/>
              </a:spcBef>
              <a:defRPr sz="2800" b="0" cap="none" spc="0" baseline="0">
                <a:latin typeface="+mn-lt"/>
              </a:defRPr>
            </a:lvl1pPr>
          </a:lstStyle>
          <a:p>
            <a:r>
              <a:rPr lang="en-US"/>
              <a:t>Click to edit Master title style</a:t>
            </a:r>
          </a:p>
        </p:txBody>
      </p:sp>
      <p:sp>
        <p:nvSpPr>
          <p:cNvPr id="7" name="Content Placeholder 7">
            <a:extLst>
              <a:ext uri="{FF2B5EF4-FFF2-40B4-BE49-F238E27FC236}">
                <a16:creationId xmlns:a16="http://schemas.microsoft.com/office/drawing/2014/main" id="{C6CC1002-9B76-86F0-267A-B8FA2E4F6890}"/>
              </a:ext>
            </a:extLst>
          </p:cNvPr>
          <p:cNvSpPr>
            <a:spLocks noGrp="1"/>
          </p:cNvSpPr>
          <p:nvPr>
            <p:ph sz="quarter" idx="13" hasCustomPrompt="1"/>
          </p:nvPr>
        </p:nvSpPr>
        <p:spPr>
          <a:xfrm>
            <a:off x="822960" y="603504"/>
            <a:ext cx="10543032" cy="4190614"/>
          </a:xfrm>
        </p:spPr>
        <p:txBody>
          <a:bodyPr anchor="ctr">
            <a:noAutofit/>
          </a:bodyPr>
          <a:lstStyle>
            <a:lvl1pPr marL="0" indent="0" algn="ctr">
              <a:lnSpc>
                <a:spcPct val="100000"/>
              </a:lnSpc>
              <a:spcBef>
                <a:spcPts val="0"/>
              </a:spcBef>
              <a:buNone/>
              <a:defRPr sz="23200" b="1" cap="all" spc="600" baseline="0">
                <a:solidFill>
                  <a:schemeClr val="bg1"/>
                </a:solidFill>
                <a:highlight>
                  <a:srgbClr val="FFFFFF"/>
                </a:highlight>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t>1/16/2026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23897498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94360" y="-1315405"/>
            <a:ext cx="10652760" cy="1133856"/>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961120" cy="5577840"/>
          </a:xfrm>
        </p:spPr>
        <p:txBody>
          <a:bodyPr anchor="t">
            <a:noAutofit/>
          </a:bodyPr>
          <a:lstStyle>
            <a:lvl1pPr marL="0" indent="0">
              <a:lnSpc>
                <a:spcPct val="100000"/>
              </a:lnSpc>
              <a:buNone/>
              <a:defRPr sz="6000" b="1" i="0" spc="600" baseline="0">
                <a:solidFill>
                  <a:schemeClr val="bg1"/>
                </a:solidFill>
                <a:highlight>
                  <a:srgbClr val="000000"/>
                </a:highlight>
                <a:latin typeface="Franklin Gothic Heavy" panose="020B0603020102020204" pitchFamily="34" charset="0"/>
              </a:defRPr>
            </a:lvl1pPr>
            <a:lvl2pPr marL="228600" indent="0">
              <a:lnSpc>
                <a:spcPct val="100000"/>
              </a:lnSpc>
              <a:buNone/>
              <a:defRPr sz="5400" b="1" i="0" spc="600" baseline="0">
                <a:solidFill>
                  <a:schemeClr val="bg1"/>
                </a:solidFill>
                <a:highlight>
                  <a:srgbClr val="000000"/>
                </a:highlight>
                <a:latin typeface="Franklin Gothic Heavy" panose="020B0603020102020204" pitchFamily="34" charset="0"/>
              </a:defRPr>
            </a:lvl2pPr>
            <a:lvl3pPr marL="457200" indent="0">
              <a:lnSpc>
                <a:spcPct val="100000"/>
              </a:lnSpc>
              <a:buNone/>
              <a:defRPr sz="4800" b="1" i="0" spc="600" baseline="0">
                <a:solidFill>
                  <a:schemeClr val="bg1"/>
                </a:solidFill>
                <a:highlight>
                  <a:srgbClr val="000000"/>
                </a:highlight>
                <a:latin typeface="Franklin Gothic Heavy" panose="020B0603020102020204" pitchFamily="34" charset="0"/>
              </a:defRPr>
            </a:lvl3pPr>
            <a:lvl4pPr marL="685800" indent="0">
              <a:lnSpc>
                <a:spcPct val="100000"/>
              </a:lnSpc>
              <a:buNone/>
              <a:defRPr sz="4400" b="1" i="0" spc="600" baseline="0">
                <a:solidFill>
                  <a:schemeClr val="bg1"/>
                </a:solidFill>
                <a:highlight>
                  <a:srgbClr val="000000"/>
                </a:highlight>
                <a:latin typeface="Franklin Gothic Heavy" panose="020B0603020102020204" pitchFamily="34" charset="0"/>
              </a:defRPr>
            </a:lvl4pPr>
            <a:lvl5pPr marL="914400" indent="0">
              <a:lnSpc>
                <a:spcPct val="100000"/>
              </a:lnSpc>
              <a:buNone/>
              <a:defRPr sz="4000" b="1" i="0" spc="600" baseline="0">
                <a:solidFill>
                  <a:schemeClr val="bg1"/>
                </a:solidFill>
                <a:highlight>
                  <a:srgbClr val="000000"/>
                </a:highlight>
                <a:latin typeface="Franklin Gothic Heavy" panose="020B06030201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1/16/2026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152890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529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961120" cy="5577840"/>
          </a:xfrm>
        </p:spPr>
        <p:txBody>
          <a:bodyPr anchor="t">
            <a:normAutofit/>
          </a:bodyPr>
          <a:lstStyle>
            <a:lvl1pPr marL="0" indent="0">
              <a:lnSpc>
                <a:spcPct val="100000"/>
              </a:lnSpc>
              <a:buNone/>
              <a:defRPr sz="6000" b="1" i="0" spc="600" baseline="0">
                <a:solidFill>
                  <a:schemeClr val="tx1"/>
                </a:solidFill>
                <a:highlight>
                  <a:srgbClr val="FFFFFF"/>
                </a:highlight>
                <a:latin typeface="Franklin Gothic Heavy" panose="020B0603020102020204" pitchFamily="34" charset="0"/>
              </a:defRPr>
            </a:lvl1pPr>
            <a:lvl2pPr marL="228600" indent="0">
              <a:lnSpc>
                <a:spcPct val="100000"/>
              </a:lnSpc>
              <a:buNone/>
              <a:defRPr sz="5400" b="1" i="0" spc="600" baseline="0">
                <a:solidFill>
                  <a:schemeClr val="tx1"/>
                </a:solidFill>
                <a:highlight>
                  <a:srgbClr val="FFFFFF"/>
                </a:highlight>
                <a:latin typeface="Franklin Gothic Heavy" panose="020B0603020102020204" pitchFamily="34" charset="0"/>
              </a:defRPr>
            </a:lvl2pPr>
            <a:lvl3pPr marL="457200" indent="0">
              <a:lnSpc>
                <a:spcPct val="100000"/>
              </a:lnSpc>
              <a:buNone/>
              <a:defRPr sz="4800" b="1" i="0" spc="600" baseline="0">
                <a:solidFill>
                  <a:schemeClr val="tx1"/>
                </a:solidFill>
                <a:highlight>
                  <a:srgbClr val="FFFFFF"/>
                </a:highlight>
                <a:latin typeface="Franklin Gothic Heavy" panose="020B0603020102020204" pitchFamily="34" charset="0"/>
              </a:defRPr>
            </a:lvl3pPr>
            <a:lvl4pPr marL="685800" indent="0">
              <a:lnSpc>
                <a:spcPct val="100000"/>
              </a:lnSpc>
              <a:buNone/>
              <a:defRPr sz="4400" b="1" i="0" spc="600" baseline="0">
                <a:solidFill>
                  <a:schemeClr val="tx1"/>
                </a:solidFill>
                <a:highlight>
                  <a:srgbClr val="FFFFFF"/>
                </a:highlight>
                <a:latin typeface="Franklin Gothic Heavy" panose="020B0603020102020204" pitchFamily="34" charset="0"/>
              </a:defRPr>
            </a:lvl4pPr>
            <a:lvl5pPr marL="914400" indent="0">
              <a:lnSpc>
                <a:spcPct val="100000"/>
              </a:lnSpc>
              <a:buNone/>
              <a:defRPr sz="4000" b="1" i="0" spc="600" baseline="0">
                <a:solidFill>
                  <a:schemeClr val="tx1"/>
                </a:solidFill>
                <a:highlight>
                  <a:srgbClr val="FFFFFF"/>
                </a:highlight>
                <a:latin typeface="Franklin Gothic Heavy" panose="020B06030201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383AA9C6-9BFF-802B-3D08-CAD56FB80F24}"/>
              </a:ext>
            </a:extLst>
          </p:cNvPr>
          <p:cNvSpPr>
            <a:spLocks noGrp="1"/>
          </p:cNvSpPr>
          <p:nvPr>
            <p:ph type="dt" sz="half" idx="14"/>
          </p:nvPr>
        </p:nvSpPr>
        <p:spPr/>
        <p:txBody>
          <a:bodyPr/>
          <a:lstStyle>
            <a:lvl1pPr>
              <a:defRPr>
                <a:solidFill>
                  <a:schemeClr val="bg1"/>
                </a:solidFill>
              </a:defRPr>
            </a:lvl1pPr>
          </a:lstStyle>
          <a:p>
            <a:fld id="{D291CE83-67BA-4B15-B48A-7DC5C0636664}" type="datetime1">
              <a:rPr lang="en-US" smtClean="0"/>
              <a:pPr/>
              <a:t>1/16/2026</a:t>
            </a:fld>
            <a:endParaRPr lang="en-US" dirty="0"/>
          </a:p>
        </p:txBody>
      </p:sp>
      <p:sp>
        <p:nvSpPr>
          <p:cNvPr id="8" name="Footer Placeholder 7">
            <a:extLst>
              <a:ext uri="{FF2B5EF4-FFF2-40B4-BE49-F238E27FC236}">
                <a16:creationId xmlns:a16="http://schemas.microsoft.com/office/drawing/2014/main" id="{3499B3C5-25B1-DD8E-CF7E-C1D50373CF31}"/>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9" name="Slide Number Placeholder 8">
            <a:extLst>
              <a:ext uri="{FF2B5EF4-FFF2-40B4-BE49-F238E27FC236}">
                <a16:creationId xmlns:a16="http://schemas.microsoft.com/office/drawing/2014/main" id="{F9DEB09A-6ABF-4907-9977-AB6069AE9BF2}"/>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723184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755375"/>
            <a:ext cx="10972800" cy="5553985"/>
          </a:xfrm>
        </p:spPr>
        <p:txBody>
          <a:bodyPr anchor="b">
            <a:normAutofit/>
          </a:bodyPr>
          <a:lstStyle>
            <a:lvl1pPr marL="0" indent="0">
              <a:lnSpc>
                <a:spcPct val="100000"/>
              </a:lnSpc>
              <a:buNone/>
              <a:defRPr sz="6000" b="1" i="0" spc="600" baseline="0">
                <a:latin typeface="Franklin Gothic Heavy" panose="020B0603020102020204" pitchFamily="34" charset="0"/>
              </a:defRPr>
            </a:lvl1pPr>
            <a:lvl2pPr marL="228600" indent="0">
              <a:lnSpc>
                <a:spcPct val="100000"/>
              </a:lnSpc>
              <a:buNone/>
              <a:defRPr sz="5400" b="1" i="0" spc="600" baseline="0">
                <a:latin typeface="Franklin Gothic Heavy" panose="020B0603020102020204" pitchFamily="34" charset="0"/>
              </a:defRPr>
            </a:lvl2pPr>
            <a:lvl3pPr marL="457200" indent="0">
              <a:lnSpc>
                <a:spcPct val="100000"/>
              </a:lnSpc>
              <a:buNone/>
              <a:defRPr sz="4800" b="1" i="0" spc="600" baseline="0">
                <a:latin typeface="Franklin Gothic Heavy" panose="020B0603020102020204" pitchFamily="34" charset="0"/>
              </a:defRPr>
            </a:lvl3pPr>
            <a:lvl4pPr marL="685800" indent="0">
              <a:lnSpc>
                <a:spcPct val="100000"/>
              </a:lnSpc>
              <a:buNone/>
              <a:defRPr sz="4400" b="1" i="0" spc="600" baseline="0">
                <a:latin typeface="Franklin Gothic Heavy" panose="020B0603020102020204" pitchFamily="34" charset="0"/>
              </a:defRPr>
            </a:lvl4pPr>
            <a:lvl5pPr marL="914400" indent="0">
              <a:lnSpc>
                <a:spcPct val="100000"/>
              </a:lnSpc>
              <a:buNone/>
              <a:defRPr sz="4000" b="1" i="0" spc="600" baseline="0">
                <a:latin typeface="Franklin Gothic Heavy" panose="020B06030201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6E97C173-DA31-C3C5-FF6F-C082DC0E997C}"/>
              </a:ext>
            </a:extLst>
          </p:cNvPr>
          <p:cNvSpPr>
            <a:spLocks noGrp="1"/>
          </p:cNvSpPr>
          <p:nvPr>
            <p:ph type="dt" sz="half" idx="14"/>
          </p:nvPr>
        </p:nvSpPr>
        <p:spPr/>
        <p:txBody>
          <a:bodyPr/>
          <a:lstStyle/>
          <a:p>
            <a:fld id="{D291CE83-67BA-4B15-B48A-7DC5C0636664}" type="datetime1">
              <a:rPr lang="en-US" smtClean="0"/>
              <a:t>1/16/2026</a:t>
            </a:fld>
            <a:endParaRPr lang="en-US" dirty="0"/>
          </a:p>
        </p:txBody>
      </p:sp>
      <p:sp>
        <p:nvSpPr>
          <p:cNvPr id="8" name="Footer Placeholder 7">
            <a:extLst>
              <a:ext uri="{FF2B5EF4-FFF2-40B4-BE49-F238E27FC236}">
                <a16:creationId xmlns:a16="http://schemas.microsoft.com/office/drawing/2014/main" id="{20D921EA-2CDB-3B88-15E1-46DEF228FD64}"/>
              </a:ext>
            </a:extLst>
          </p:cNvPr>
          <p:cNvSpPr>
            <a:spLocks noGrp="1"/>
          </p:cNvSpPr>
          <p:nvPr>
            <p:ph type="ftr" sz="quarter" idx="15"/>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F78498F0-58CF-681B-CAC8-641E3E35D01F}"/>
              </a:ext>
            </a:extLst>
          </p:cNvPr>
          <p:cNvSpPr>
            <a:spLocks noGrp="1"/>
          </p:cNvSpPr>
          <p:nvPr>
            <p:ph type="sldNum" sz="quarter" idx="16"/>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169525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ED47E9A-5ED0-EFA2-2AB1-8DCD288130B3}"/>
              </a:ext>
            </a:extLst>
          </p:cNvPr>
          <p:cNvSpPr>
            <a:spLocks noGrp="1"/>
          </p:cNvSpPr>
          <p:nvPr>
            <p:ph type="title" hasCustomPrompt="1"/>
          </p:nvPr>
        </p:nvSpPr>
        <p:spPr>
          <a:xfrm>
            <a:off x="1508760" y="5428752"/>
            <a:ext cx="9189720" cy="466344"/>
          </a:xfrm>
        </p:spPr>
        <p:txBody>
          <a:bodyPr>
            <a:normAutofit/>
          </a:bodyPr>
          <a:lstStyle>
            <a:lvl1pPr>
              <a:lnSpc>
                <a:spcPct val="120000"/>
              </a:lnSpc>
              <a:spcBef>
                <a:spcPts val="1000"/>
              </a:spcBef>
              <a:defRPr sz="2200" cap="none" spc="0" baseline="0">
                <a:latin typeface="+mn-lt"/>
              </a:defRPr>
            </a:lvl1pPr>
          </a:lstStyle>
          <a:p>
            <a:r>
              <a:rPr lang="en-US" dirty="0"/>
              <a:t>Quote Author</a:t>
            </a:r>
          </a:p>
        </p:txBody>
      </p:sp>
      <p:sp>
        <p:nvSpPr>
          <p:cNvPr id="7" name="Content Placeholder 7">
            <a:extLst>
              <a:ext uri="{FF2B5EF4-FFF2-40B4-BE49-F238E27FC236}">
                <a16:creationId xmlns:a16="http://schemas.microsoft.com/office/drawing/2014/main" id="{6A1702E0-62FB-C224-7CC1-48B8DC9D8330}"/>
              </a:ext>
            </a:extLst>
          </p:cNvPr>
          <p:cNvSpPr>
            <a:spLocks noGrp="1"/>
          </p:cNvSpPr>
          <p:nvPr>
            <p:ph sz="quarter" idx="13" hasCustomPrompt="1"/>
          </p:nvPr>
        </p:nvSpPr>
        <p:spPr>
          <a:xfrm>
            <a:off x="1487424" y="1164194"/>
            <a:ext cx="9204960" cy="3682126"/>
          </a:xfrm>
        </p:spPr>
        <p:txBody>
          <a:bodyPr anchor="ctr">
            <a:normAutofit/>
          </a:bodyPr>
          <a:lstStyle>
            <a:lvl1pPr marL="0" indent="0">
              <a:lnSpc>
                <a:spcPct val="100000"/>
              </a:lnSpc>
              <a:spcBef>
                <a:spcPts val="0"/>
              </a:spcBef>
              <a:buNone/>
              <a:defRPr sz="4000" cap="all" spc="600" baseline="0">
                <a:solidFill>
                  <a:schemeClr val="bg1"/>
                </a:solidFill>
                <a:highlight>
                  <a:srgbClr val="000000"/>
                </a:highlight>
                <a:latin typeface="+mj-lt"/>
              </a:defRPr>
            </a:lvl1pPr>
          </a:lstStyle>
          <a:p>
            <a:pPr lvl="0"/>
            <a:r>
              <a:rPr lang="en-US" dirty="0"/>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1/16/2026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5505022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lumMod val="1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BB8AB19-AEDC-217A-D173-1E75DCDE368A}"/>
              </a:ext>
            </a:extLst>
          </p:cNvPr>
          <p:cNvSpPr>
            <a:spLocks noGrp="1"/>
          </p:cNvSpPr>
          <p:nvPr>
            <p:ph type="title" hasCustomPrompt="1"/>
          </p:nvPr>
        </p:nvSpPr>
        <p:spPr>
          <a:xfrm>
            <a:off x="1499616" y="5349240"/>
            <a:ext cx="9198864" cy="466344"/>
          </a:xfrm>
        </p:spPr>
        <p:txBody>
          <a:bodyPr>
            <a:normAutofit/>
          </a:bodyPr>
          <a:lstStyle>
            <a:lvl1pPr>
              <a:lnSpc>
                <a:spcPct val="120000"/>
              </a:lnSpc>
              <a:spcBef>
                <a:spcPts val="1000"/>
              </a:spcBef>
              <a:defRPr sz="2200" cap="none" spc="0" baseline="0">
                <a:latin typeface="+mn-lt"/>
              </a:defRPr>
            </a:lvl1pPr>
          </a:lstStyle>
          <a:p>
            <a:r>
              <a:rPr lang="en-US" dirty="0"/>
              <a:t>Quote Author</a:t>
            </a:r>
          </a:p>
        </p:txBody>
      </p:sp>
      <p:sp>
        <p:nvSpPr>
          <p:cNvPr id="7" name="Content Placeholder 7">
            <a:extLst>
              <a:ext uri="{FF2B5EF4-FFF2-40B4-BE49-F238E27FC236}">
                <a16:creationId xmlns:a16="http://schemas.microsoft.com/office/drawing/2014/main" id="{8824DB12-4761-115A-B7C3-84A7B8EA0C2C}"/>
              </a:ext>
            </a:extLst>
          </p:cNvPr>
          <p:cNvSpPr>
            <a:spLocks noGrp="1"/>
          </p:cNvSpPr>
          <p:nvPr>
            <p:ph sz="quarter" idx="13" hasCustomPrompt="1"/>
          </p:nvPr>
        </p:nvSpPr>
        <p:spPr>
          <a:xfrm>
            <a:off x="1493520" y="1344168"/>
            <a:ext cx="9204960" cy="3291840"/>
          </a:xfrm>
        </p:spPr>
        <p:txBody>
          <a:bodyPr anchor="ctr">
            <a:normAutofit/>
          </a:bodyPr>
          <a:lstStyle>
            <a:lvl1pPr marL="0" indent="0">
              <a:lnSpc>
                <a:spcPct val="100000"/>
              </a:lnSpc>
              <a:spcBef>
                <a:spcPts val="0"/>
              </a:spcBef>
              <a:buNone/>
              <a:defRPr sz="4000" cap="all" spc="600" baseline="0">
                <a:solidFill>
                  <a:schemeClr val="bg1"/>
                </a:solidFill>
                <a:highlight>
                  <a:srgbClr val="FFFFFF"/>
                </a:highlight>
                <a:latin typeface="+mj-lt"/>
              </a:defRPr>
            </a:lvl1pPr>
          </a:lstStyle>
          <a:p>
            <a:pPr lvl="0"/>
            <a:r>
              <a:rPr lang="en-US" dirty="0"/>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29247CA6-BC1D-429A-A289-4E939E49554A}" type="datetime1">
              <a:rPr lang="en-US" smtClean="0"/>
              <a:t>1/16/2026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246466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EB6EFAB-F8F1-D75D-ADD0-35D3E8380B87}"/>
              </a:ext>
            </a:extLst>
          </p:cNvPr>
          <p:cNvSpPr>
            <a:spLocks noGrp="1"/>
          </p:cNvSpPr>
          <p:nvPr>
            <p:ph type="title" hasCustomPrompt="1"/>
          </p:nvPr>
        </p:nvSpPr>
        <p:spPr>
          <a:xfrm>
            <a:off x="612648" y="5669280"/>
            <a:ext cx="8961120" cy="466344"/>
          </a:xfrm>
        </p:spPr>
        <p:txBody>
          <a:bodyPr anchor="b">
            <a:normAutofit/>
          </a:bodyPr>
          <a:lstStyle>
            <a:lvl1pPr>
              <a:lnSpc>
                <a:spcPct val="120000"/>
              </a:lnSpc>
              <a:spcBef>
                <a:spcPts val="1000"/>
              </a:spcBef>
              <a:defRPr sz="2200" cap="none" spc="0" baseline="0">
                <a:latin typeface="+mn-lt"/>
              </a:defRPr>
            </a:lvl1pPr>
          </a:lstStyle>
          <a:p>
            <a:r>
              <a:rPr lang="en-US" dirty="0"/>
              <a:t>Quote Author</a:t>
            </a:r>
          </a:p>
        </p:txBody>
      </p:sp>
      <p:sp>
        <p:nvSpPr>
          <p:cNvPr id="8" name="Content Placeholder 7">
            <a:extLst>
              <a:ext uri="{FF2B5EF4-FFF2-40B4-BE49-F238E27FC236}">
                <a16:creationId xmlns:a16="http://schemas.microsoft.com/office/drawing/2014/main" id="{9A28042F-A2CA-CE28-9169-9C1C2C6C0D87}"/>
              </a:ext>
            </a:extLst>
          </p:cNvPr>
          <p:cNvSpPr>
            <a:spLocks noGrp="1"/>
          </p:cNvSpPr>
          <p:nvPr>
            <p:ph sz="quarter" idx="13" hasCustomPrompt="1"/>
          </p:nvPr>
        </p:nvSpPr>
        <p:spPr>
          <a:xfrm>
            <a:off x="612648" y="1235710"/>
            <a:ext cx="8961438" cy="3168650"/>
          </a:xfrm>
        </p:spPr>
        <p:txBody>
          <a:bodyPr anchor="ctr">
            <a:normAutofit/>
          </a:bodyPr>
          <a:lstStyle>
            <a:lvl1pPr marL="0" indent="0">
              <a:lnSpc>
                <a:spcPct val="100000"/>
              </a:lnSpc>
              <a:spcBef>
                <a:spcPts val="0"/>
              </a:spcBef>
              <a:buNone/>
              <a:defRPr sz="4400" cap="all" spc="600" baseline="0">
                <a:solidFill>
                  <a:schemeClr val="bg1"/>
                </a:solidFill>
                <a:highlight>
                  <a:srgbClr val="000000"/>
                </a:highlight>
                <a:latin typeface="+mj-lt"/>
              </a:defRPr>
            </a:lvl1pPr>
          </a:lstStyle>
          <a:p>
            <a:pPr lvl="0"/>
            <a:r>
              <a:rPr lang="en-US" dirty="0"/>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8418BD-2BA9-41CB-AB89-625779A7563D}" type="datetime1">
              <a:rPr lang="en-US" smtClean="0"/>
              <a:t>1/16/2026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5581994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603504"/>
            <a:ext cx="10741152" cy="1132258"/>
          </a:xfrm>
        </p:spPr>
        <p:txBody>
          <a:bodyPr/>
          <a:lstStyle>
            <a:lvl1pPr>
              <a:defRPr>
                <a:solidFill>
                  <a:schemeClr val="bg1"/>
                </a:solidFill>
                <a:highlight>
                  <a:srgbClr val="000000"/>
                </a:highlight>
              </a:defRPr>
            </a:lvl1pPr>
          </a:lstStyle>
          <a:p>
            <a:r>
              <a:rPr lang="en-US" dirty="0"/>
              <a:t>Click to edit Master title style</a:t>
            </a:r>
          </a:p>
        </p:txBody>
      </p:sp>
      <p:sp>
        <p:nvSpPr>
          <p:cNvPr id="3" name="Content Placeholder 5">
            <a:extLst>
              <a:ext uri="{FF2B5EF4-FFF2-40B4-BE49-F238E27FC236}">
                <a16:creationId xmlns:a16="http://schemas.microsoft.com/office/drawing/2014/main" id="{6F375645-3969-960F-95E9-FF521D145C63}"/>
              </a:ext>
            </a:extLst>
          </p:cNvPr>
          <p:cNvSpPr>
            <a:spLocks noGrp="1"/>
          </p:cNvSpPr>
          <p:nvPr>
            <p:ph sz="quarter" idx="15"/>
          </p:nvPr>
        </p:nvSpPr>
        <p:spPr>
          <a:xfrm>
            <a:off x="621792" y="1825624"/>
            <a:ext cx="5157788"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5">
            <a:extLst>
              <a:ext uri="{FF2B5EF4-FFF2-40B4-BE49-F238E27FC236}">
                <a16:creationId xmlns:a16="http://schemas.microsoft.com/office/drawing/2014/main" id="{FB472D51-340A-8B1E-44B0-506409708C68}"/>
              </a:ext>
            </a:extLst>
          </p:cNvPr>
          <p:cNvSpPr>
            <a:spLocks noGrp="1"/>
          </p:cNvSpPr>
          <p:nvPr>
            <p:ph sz="quarter" idx="16"/>
          </p:nvPr>
        </p:nvSpPr>
        <p:spPr>
          <a:xfrm>
            <a:off x="6172200" y="1825624"/>
            <a:ext cx="5183188" cy="43513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765B10-D26A-480A-9509-A9831C5E60D8}" type="datetime1">
              <a:rPr lang="en-US" smtClean="0"/>
              <a:t>1/16/2026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967271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21792" y="603504"/>
            <a:ext cx="10745788" cy="822960"/>
          </a:xfrm>
        </p:spPr>
        <p:txBody>
          <a:bodyPr/>
          <a:lstStyle>
            <a:lvl1pPr>
              <a:defRPr>
                <a:solidFill>
                  <a:schemeClr val="bg1"/>
                </a:solidFill>
                <a:highlight>
                  <a:srgbClr val="000000"/>
                </a:highlight>
              </a:defRPr>
            </a:lvl1p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21792" y="1554480"/>
            <a:ext cx="5157787" cy="559834"/>
          </a:xfrm>
        </p:spPr>
        <p:txBody>
          <a:bodyPr anchor="b">
            <a:normAutofit/>
          </a:bodyPr>
          <a:lstStyle>
            <a:lvl1pPr marL="0" indent="0">
              <a:lnSpc>
                <a:spcPct val="90000"/>
              </a:lnSpc>
              <a:buNone/>
              <a:defRPr sz="2000" b="1" cap="all" spc="200" baseline="0">
                <a:solidFill>
                  <a:schemeClr val="tx1"/>
                </a:solidFill>
                <a:latin typeface="Franklin Gothic Medium" panose="020B06030201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B785DE4-AACB-128C-17BA-30E12F86F137}"/>
              </a:ext>
            </a:extLst>
          </p:cNvPr>
          <p:cNvSpPr>
            <a:spLocks noGrp="1"/>
          </p:cNvSpPr>
          <p:nvPr>
            <p:ph sz="quarter" idx="15"/>
          </p:nvPr>
        </p:nvSpPr>
        <p:spPr>
          <a:xfrm>
            <a:off x="621792" y="2194559"/>
            <a:ext cx="5157788"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554480"/>
            <a:ext cx="5183188" cy="559834"/>
          </a:xfrm>
        </p:spPr>
        <p:txBody>
          <a:bodyPr anchor="b">
            <a:normAutofit/>
          </a:bodyPr>
          <a:lstStyle>
            <a:lvl1pPr marL="0" indent="0">
              <a:lnSpc>
                <a:spcPct val="90000"/>
              </a:lnSpc>
              <a:buNone/>
              <a:defRPr sz="2000" b="1" cap="all" spc="200" baseline="0">
                <a:solidFill>
                  <a:schemeClr val="tx1"/>
                </a:solidFill>
                <a:latin typeface="Franklin Gothic Medium" panose="020B06030201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Content Placeholder 5">
            <a:extLst>
              <a:ext uri="{FF2B5EF4-FFF2-40B4-BE49-F238E27FC236}">
                <a16:creationId xmlns:a16="http://schemas.microsoft.com/office/drawing/2014/main" id="{3DB6B8D4-5453-863F-5D39-32D600D938E0}"/>
              </a:ext>
            </a:extLst>
          </p:cNvPr>
          <p:cNvSpPr>
            <a:spLocks noGrp="1"/>
          </p:cNvSpPr>
          <p:nvPr>
            <p:ph sz="quarter" idx="16"/>
          </p:nvPr>
        </p:nvSpPr>
        <p:spPr>
          <a:xfrm>
            <a:off x="6172200" y="2194559"/>
            <a:ext cx="518318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CB42A-67CE-499B-A4FA-7D4E4469B142}" type="datetime1">
              <a:rPr lang="en-US" smtClean="0"/>
              <a:t>1/16/2026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089074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21792" y="603504"/>
            <a:ext cx="10653578" cy="1132258"/>
          </a:xfrm>
        </p:spPr>
        <p:txBody>
          <a:bodyPr/>
          <a:lstStyle>
            <a:lvl1pPr>
              <a:defRPr>
                <a:solidFill>
                  <a:schemeClr val="bg1"/>
                </a:solidFill>
                <a:highlight>
                  <a:srgbClr val="000000"/>
                </a:highlight>
              </a:defRPr>
            </a:lvl1p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EF9E5040-F7E0-40EC-B8E9-CED28200FAA3}" type="datetime1">
              <a:rPr lang="en-US" smtClean="0"/>
              <a:t>1/16/2026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0150836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7CFF128-BAC7-4E0D-8F77-28A571D93B6F}" type="datetime1">
              <a:rPr lang="en-US" smtClean="0"/>
              <a:t>1/16/2026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135415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21792" y="603504"/>
            <a:ext cx="3595634" cy="1757505"/>
          </a:xfrm>
        </p:spPr>
        <p:txBody>
          <a:bodyPr anchor="t">
            <a:normAutofit/>
          </a:bodyPr>
          <a:lstStyle>
            <a:lvl1pPr>
              <a:defRPr sz="2800">
                <a:solidFill>
                  <a:schemeClr val="bg1"/>
                </a:solidFill>
                <a:highlight>
                  <a:srgbClr val="000000"/>
                </a:highlight>
              </a:defRPr>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21792" y="2510118"/>
            <a:ext cx="3595634" cy="37942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2DB3EA1-DD0C-4B8D-8364-52024B4530F1}" type="datetime1">
              <a:rPr lang="en-US" smtClean="0"/>
              <a:t>1/16/2026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734606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21792" y="603504"/>
            <a:ext cx="3595634" cy="2212313"/>
          </a:xfrm>
        </p:spPr>
        <p:txBody>
          <a:bodyPr anchor="t">
            <a:normAutofit/>
          </a:bodyPr>
          <a:lstStyle>
            <a:lvl1pPr>
              <a:defRPr sz="2800">
                <a:solidFill>
                  <a:schemeClr val="bg1"/>
                </a:solidFill>
                <a:highlight>
                  <a:srgbClr val="000000"/>
                </a:highlight>
              </a:defRPr>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21792" y="2994211"/>
            <a:ext cx="3585586" cy="32665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9" y="603504"/>
            <a:ext cx="6519080" cy="5779007"/>
          </a:xfrm>
          <a:blipFill dpi="0" rotWithShape="1">
            <a:blip r:embed="rId2">
              <a:alphaModFix amt="70000"/>
            </a:blip>
            <a:srcRect/>
            <a:stretch>
              <a:fillRect/>
            </a:stretch>
          </a:blipFill>
        </p:spPr>
        <p:txBody>
          <a:bodyPr/>
          <a:lstStyle>
            <a:lvl1pPr marL="0" indent="0">
              <a:buFont typeface="Arial" panose="020B0604020202020204" pitchFamily="34" charse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1/16/2026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3633528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clusion">
    <p:bg>
      <p:bgPr>
        <a:solidFill>
          <a:schemeClr val="tx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Autofit/>
          </a:bodyPr>
          <a:lstStyle>
            <a:lvl1pPr>
              <a:defRPr sz="6000">
                <a:solidFill>
                  <a:schemeClr val="bg1"/>
                </a:solidFill>
                <a:highlight>
                  <a:srgbClr val="FFFFFF"/>
                </a:highlight>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sz="2000"/>
            </a:lvl1pPr>
            <a:lvl2pPr marL="228600" indent="0">
              <a:buNone/>
              <a:defRPr sz="1800"/>
            </a:lvl2pPr>
            <a:lvl3pPr marL="457200" indent="0">
              <a:buNone/>
              <a:defRPr sz="1600"/>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57987AA-E4E6-4FC1-BAD8-09A952212C58}" type="datetime1">
              <a:rPr lang="en-US" smtClean="0"/>
              <a:t>1/16/2026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473564"/>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6000">
                <a:solidFill>
                  <a:schemeClr val="bg1"/>
                </a:solidFill>
                <a:highlight>
                  <a:srgbClr val="FFFFFF"/>
                </a:highlight>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3"/>
            <a:ext cx="8430639" cy="1737360"/>
          </a:xfrm>
        </p:spPr>
        <p:txBody>
          <a:bodyPr>
            <a:no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3CF65F-0E21-48DE-8D75-4BF66A547E8E}" type="datetime1">
              <a:rPr lang="en-US" smtClean="0"/>
              <a:t>1/16/2026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191266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914400" cy="365125"/>
          </a:xfrm>
          <a:prstGeom prst="rect">
            <a:avLst/>
          </a:prstGeom>
        </p:spPr>
        <p:txBody>
          <a:bodyPr vert="horz" lIns="91440" tIns="45720" rIns="91440" bIns="45720" rtlCol="0" anchor="ctr"/>
          <a:lstStyle>
            <a:lvl1pPr algn="l" rtl="0">
              <a:defRPr sz="900">
                <a:solidFill>
                  <a:schemeClr val="tx1"/>
                </a:solidFill>
                <a:latin typeface="+mn-lt"/>
              </a:defRPr>
            </a:lvl1pPr>
          </a:lstStyle>
          <a:p>
            <a:fld id="{D291CE83-67BA-4B15-B48A-7DC5C0636664}" type="datetime1">
              <a:rPr lang="en-US" smtClean="0"/>
              <a:pPr/>
              <a:t>1/16/2026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47493" y="6453002"/>
            <a:ext cx="2805405" cy="365125"/>
          </a:xfrm>
          <a:prstGeom prst="rect">
            <a:avLst/>
          </a:prstGeom>
        </p:spPr>
        <p:txBody>
          <a:bodyPr vert="horz" lIns="91440" tIns="45720" rIns="91440" bIns="45720" rtlCol="0" anchor="ctr"/>
          <a:lstStyle>
            <a:lvl1pPr algn="r" rtl="0">
              <a:defRPr sz="900">
                <a:solidFill>
                  <a:schemeClr val="tx1"/>
                </a:solidFill>
                <a:latin typeface="+mn-lt"/>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81926" y="6453002"/>
            <a:ext cx="379443" cy="365125"/>
          </a:xfrm>
          <a:prstGeom prst="rect">
            <a:avLst/>
          </a:prstGeom>
        </p:spPr>
        <p:txBody>
          <a:bodyPr vert="horz" lIns="91440" tIns="45720" rIns="91440" bIns="45720" rtlCol="0" anchor="ctr"/>
          <a:lstStyle>
            <a:lvl1pPr algn="r" rtl="0">
              <a:defRPr sz="900">
                <a:solidFill>
                  <a:schemeClr val="tx1"/>
                </a:solidFill>
                <a:latin typeface="+mn-l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06002012"/>
      </p:ext>
    </p:extLst>
  </p:cSld>
  <p:clrMap bg1="lt1" tx1="dk1" bg2="lt2" tx2="dk2" accent1="accent1" accent2="accent2" accent3="accent3" accent4="accent4" accent5="accent5" accent6="accent6" hlink="hlink" folHlink="folHlink"/>
  <p:sldLayoutIdLst>
    <p:sldLayoutId id="2147483789" r:id="rId1"/>
    <p:sldLayoutId id="2147483795" r:id="rId2"/>
    <p:sldLayoutId id="2147483858" r:id="rId3"/>
    <p:sldLayoutId id="2147483790" r:id="rId4"/>
    <p:sldLayoutId id="2147483788" r:id="rId5"/>
    <p:sldLayoutId id="2147483785" r:id="rId6"/>
    <p:sldLayoutId id="2147483786" r:id="rId7"/>
    <p:sldLayoutId id="2147483787" r:id="rId8"/>
    <p:sldLayoutId id="2147483791" r:id="rId9"/>
    <p:sldLayoutId id="2147483792" r:id="rId10"/>
    <p:sldLayoutId id="2147483850" r:id="rId11"/>
    <p:sldLayoutId id="2147483857" r:id="rId12"/>
    <p:sldLayoutId id="2147483796" r:id="rId13"/>
    <p:sldLayoutId id="2147483797" r:id="rId14"/>
    <p:sldLayoutId id="2147483798" r:id="rId15"/>
    <p:sldLayoutId id="2147483799" r:id="rId16"/>
    <p:sldLayoutId id="2147483810" r:id="rId17"/>
    <p:sldLayoutId id="2147483811" r:id="rId18"/>
    <p:sldLayoutId id="2147483812" r:id="rId19"/>
    <p:sldLayoutId id="2147483809" r:id="rId20"/>
    <p:sldLayoutId id="2147483852" r:id="rId21"/>
    <p:sldLayoutId id="2147483805" r:id="rId22"/>
    <p:sldLayoutId id="2147483806" r:id="rId23"/>
    <p:sldLayoutId id="2147483813" r:id="rId24"/>
    <p:sldLayoutId id="2147483814" r:id="rId25"/>
    <p:sldLayoutId id="2147483801" r:id="rId26"/>
    <p:sldLayoutId id="2147483802" r:id="rId27"/>
    <p:sldLayoutId id="2147483815" r:id="rId28"/>
    <p:sldLayoutId id="2147483853" r:id="rId29"/>
    <p:sldLayoutId id="2147483854" r:id="rId30"/>
    <p:sldLayoutId id="2147483803" r:id="rId31"/>
    <p:sldLayoutId id="2147483804" r:id="rId32"/>
    <p:sldLayoutId id="2147483816" r:id="rId33"/>
    <p:sldLayoutId id="2147483817" r:id="rId34"/>
    <p:sldLayoutId id="2147483841" r:id="rId35"/>
    <p:sldLayoutId id="2147483842" r:id="rId36"/>
    <p:sldLayoutId id="2147483843" r:id="rId37"/>
    <p:sldLayoutId id="2147483844" r:id="rId38"/>
    <p:sldLayoutId id="2147483845" r:id="rId39"/>
    <p:sldLayoutId id="2147483818" r:id="rId40"/>
    <p:sldLayoutId id="2147483819" r:id="rId41"/>
    <p:sldLayoutId id="2147483820" r:id="rId42"/>
    <p:sldLayoutId id="2147483821" r:id="rId43"/>
    <p:sldLayoutId id="2147483855" r:id="rId44"/>
    <p:sldLayoutId id="2147483856" r:id="rId45"/>
    <p:sldLayoutId id="2147483822" r:id="rId46"/>
    <p:sldLayoutId id="2147483823" r:id="rId47"/>
    <p:sldLayoutId id="2147483824" r:id="rId48"/>
    <p:sldLayoutId id="2147483825" r:id="rId49"/>
    <p:sldLayoutId id="2147483826" r:id="rId50"/>
    <p:sldLayoutId id="2147483827" r:id="rId51"/>
    <p:sldLayoutId id="2147483828" r:id="rId52"/>
    <p:sldLayoutId id="2147483829" r:id="rId53"/>
    <p:sldLayoutId id="2147483830" r:id="rId54"/>
    <p:sldLayoutId id="2147483831" r:id="rId55"/>
    <p:sldLayoutId id="2147483832" r:id="rId56"/>
  </p:sldLayoutIdLst>
  <p:hf sldNum="0" hdr="0" ftr="0" dt="0"/>
  <p:txStyles>
    <p:titleStyle>
      <a:lvl1pPr algn="l" defTabSz="914400" rtl="0" eaLnBrk="1" latinLnBrk="0" hangingPunct="1">
        <a:lnSpc>
          <a:spcPct val="100000"/>
        </a:lnSpc>
        <a:spcBef>
          <a:spcPct val="0"/>
        </a:spcBef>
        <a:buNone/>
        <a:defRPr sz="4000" b="1" i="0"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oman using laptop with online shopping icons">
            <a:extLst>
              <a:ext uri="{FF2B5EF4-FFF2-40B4-BE49-F238E27FC236}">
                <a16:creationId xmlns:a16="http://schemas.microsoft.com/office/drawing/2014/main" id="{FA87C8F2-84CC-4483-934F-628216B82E9D}"/>
              </a:ext>
            </a:extLst>
          </p:cNvPr>
          <p:cNvPicPr>
            <a:picLocks noChangeAspect="1"/>
          </p:cNvPicPr>
          <p:nvPr/>
        </p:nvPicPr>
        <p:blipFill>
          <a:blip r:embed="rId3"/>
          <a:srcRect t="14402" b="24326"/>
          <a:stretch>
            <a:fillRect/>
          </a:stretch>
        </p:blipFill>
        <p:spPr>
          <a:xfrm>
            <a:off x="20" y="10"/>
            <a:ext cx="12191979" cy="4986415"/>
          </a:xfrm>
          <a:prstGeom prst="rect">
            <a:avLst/>
          </a:prstGeom>
        </p:spPr>
      </p:pic>
      <p:sp>
        <p:nvSpPr>
          <p:cNvPr id="2" name="Title 1">
            <a:extLst>
              <a:ext uri="{FF2B5EF4-FFF2-40B4-BE49-F238E27FC236}">
                <a16:creationId xmlns:a16="http://schemas.microsoft.com/office/drawing/2014/main" id="{5FA6CD8C-2668-EF67-85E3-3DB048702269}"/>
              </a:ext>
            </a:extLst>
          </p:cNvPr>
          <p:cNvSpPr>
            <a:spLocks noGrp="1"/>
          </p:cNvSpPr>
          <p:nvPr>
            <p:ph type="title"/>
          </p:nvPr>
        </p:nvSpPr>
        <p:spPr>
          <a:xfrm>
            <a:off x="365760" y="4578236"/>
            <a:ext cx="11460480" cy="1005840"/>
          </a:xfrm>
        </p:spPr>
        <p:txBody>
          <a:bodyPr anchor="t">
            <a:normAutofit/>
          </a:bodyPr>
          <a:lstStyle/>
          <a:p>
            <a:pPr>
              <a:lnSpc>
                <a:spcPct val="90000"/>
              </a:lnSpc>
            </a:pPr>
            <a:r>
              <a:rPr lang="en-US" sz="3300"/>
              <a:t>Zava Retail Group Co. Marketing Principles</a:t>
            </a:r>
          </a:p>
        </p:txBody>
      </p:sp>
      <p:sp>
        <p:nvSpPr>
          <p:cNvPr id="3" name="Subtitle 2">
            <a:extLst>
              <a:ext uri="{FF2B5EF4-FFF2-40B4-BE49-F238E27FC236}">
                <a16:creationId xmlns:a16="http://schemas.microsoft.com/office/drawing/2014/main" id="{AACB7625-B863-1B68-20D4-7645188A4987}"/>
              </a:ext>
            </a:extLst>
          </p:cNvPr>
          <p:cNvSpPr>
            <a:spLocks noGrp="1"/>
          </p:cNvSpPr>
          <p:nvPr>
            <p:ph type="body" sz="quarter" idx="17"/>
          </p:nvPr>
        </p:nvSpPr>
        <p:spPr>
          <a:xfrm>
            <a:off x="1051560" y="5668963"/>
            <a:ext cx="10775315" cy="479425"/>
          </a:xfrm>
        </p:spPr>
        <p:txBody>
          <a:bodyPr>
            <a:normAutofit/>
          </a:bodyPr>
          <a:lstStyle/>
          <a:p>
            <a:r>
              <a:rPr lang="en-US"/>
              <a:t>Core strategies driving successful retail marketing efforts</a:t>
            </a:r>
          </a:p>
        </p:txBody>
      </p:sp>
    </p:spTree>
    <p:extLst>
      <p:ext uri="{BB962C8B-B14F-4D97-AF65-F5344CB8AC3E}">
        <p14:creationId xmlns:p14="http://schemas.microsoft.com/office/powerpoint/2010/main" val="1373343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50"/>
                                  </p:stCondLst>
                                  <p:iterate>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D48DE-414B-F81C-38BB-1FA1174BEBAC}"/>
              </a:ext>
            </a:extLst>
          </p:cNvPr>
          <p:cNvSpPr>
            <a:spLocks noGrp="1"/>
          </p:cNvSpPr>
          <p:nvPr>
            <p:ph type="title"/>
          </p:nvPr>
        </p:nvSpPr>
        <p:spPr>
          <a:xfrm>
            <a:off x="365760" y="1801368"/>
            <a:ext cx="8602201" cy="4572000"/>
          </a:xfrm>
        </p:spPr>
        <p:txBody>
          <a:bodyPr anchor="b">
            <a:normAutofit/>
          </a:bodyPr>
          <a:lstStyle/>
          <a:p>
            <a:r>
              <a:rPr lang="en-US"/>
              <a:t>Introduction</a:t>
            </a:r>
          </a:p>
        </p:txBody>
      </p:sp>
    </p:spTree>
    <p:extLst>
      <p:ext uri="{BB962C8B-B14F-4D97-AF65-F5344CB8AC3E}">
        <p14:creationId xmlns:p14="http://schemas.microsoft.com/office/powerpoint/2010/main" val="13322145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ugmented reality marketing . Hand holding smart phone use AR application to check information in a large clothing shop">
            <a:extLst>
              <a:ext uri="{FF2B5EF4-FFF2-40B4-BE49-F238E27FC236}">
                <a16:creationId xmlns:a16="http://schemas.microsoft.com/office/drawing/2014/main" id="{325AFBBA-DAC2-4A1E-81DC-CDCF97E5E5E6}"/>
              </a:ext>
            </a:extLst>
          </p:cNvPr>
          <p:cNvPicPr>
            <a:picLocks noGrp="1" noChangeAspect="1"/>
          </p:cNvPicPr>
          <p:nvPr>
            <p:ph type="pic" sz="quarter" idx="13"/>
          </p:nvPr>
        </p:nvPicPr>
        <p:blipFill>
          <a:blip r:embed="rId3"/>
          <a:srcRect l="22074" r="6110" b="-2"/>
          <a:stretch>
            <a:fillRect/>
          </a:stretch>
        </p:blipFill>
        <p:spPr>
          <a:xfrm>
            <a:off x="1546804" y="2427156"/>
            <a:ext cx="4186010" cy="3905381"/>
          </a:xfrm>
        </p:spPr>
      </p:pic>
      <p:sp>
        <p:nvSpPr>
          <p:cNvPr id="2" name="Title 1">
            <a:extLst>
              <a:ext uri="{FF2B5EF4-FFF2-40B4-BE49-F238E27FC236}">
                <a16:creationId xmlns:a16="http://schemas.microsoft.com/office/drawing/2014/main" id="{0C4C9854-A7D8-9193-228A-AD6169F0C0C2}"/>
              </a:ext>
            </a:extLst>
          </p:cNvPr>
          <p:cNvSpPr>
            <a:spLocks noGrp="1"/>
          </p:cNvSpPr>
          <p:nvPr>
            <p:ph type="title"/>
          </p:nvPr>
        </p:nvSpPr>
        <p:spPr>
          <a:xfrm>
            <a:off x="621791" y="548638"/>
            <a:ext cx="5111021" cy="2492735"/>
          </a:xfrm>
        </p:spPr>
        <p:txBody>
          <a:bodyPr anchor="t">
            <a:normAutofit/>
          </a:bodyPr>
          <a:lstStyle/>
          <a:p>
            <a:pPr>
              <a:lnSpc>
                <a:spcPct val="90000"/>
              </a:lnSpc>
            </a:pPr>
            <a:r>
              <a:rPr lang="en-US" sz="3400"/>
              <a:t>Overview of Zava Retail Group and Marketing Focus</a:t>
            </a:r>
          </a:p>
        </p:txBody>
      </p:sp>
      <p:sp>
        <p:nvSpPr>
          <p:cNvPr id="4" name="Content Placeholder 3">
            <a:extLst>
              <a:ext uri="{FF2B5EF4-FFF2-40B4-BE49-F238E27FC236}">
                <a16:creationId xmlns:a16="http://schemas.microsoft.com/office/drawing/2014/main" id="{62F13B75-F63C-72B6-903D-DD1A967D6E1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spcBef>
                <a:spcPts val="2500"/>
              </a:spcBef>
              <a:buFont typeface="Arial" panose="020B0604020202020204" pitchFamily="34" charset="0"/>
              <a:buNone/>
            </a:pPr>
            <a:r>
              <a:rPr lang="en-US" b="1"/>
              <a:t>Global Retail Operations</a:t>
            </a:r>
          </a:p>
          <a:p>
            <a:pPr marL="0" lvl="1" indent="0">
              <a:buFont typeface="Arial" panose="020B0604020202020204" pitchFamily="34" charset="0"/>
              <a:buNone/>
            </a:pPr>
            <a:r>
              <a:t>Zava operates both physical stores and a growing e-commerce platform to reach global consumers effectively.</a:t>
            </a:r>
            <a:endParaRPr lang="en-US"/>
          </a:p>
          <a:p>
            <a:pPr marL="0" indent="0">
              <a:spcBef>
                <a:spcPts val="2500"/>
              </a:spcBef>
              <a:buFont typeface="Arial" panose="020B0604020202020204" pitchFamily="34" charset="0"/>
              <a:buNone/>
            </a:pPr>
            <a:r>
              <a:rPr lang="en-US" b="1"/>
              <a:t>Unified Brand Presence</a:t>
            </a:r>
          </a:p>
          <a:p>
            <a:pPr marL="0" lvl="1" indent="0">
              <a:buFont typeface="Arial" panose="020B0604020202020204" pitchFamily="34" charset="0"/>
              <a:buNone/>
            </a:pPr>
            <a:r>
              <a:t>The company focuses on creating a consistent brand experience across all physical and digital channels.</a:t>
            </a:r>
            <a:endParaRPr lang="en-US"/>
          </a:p>
          <a:p>
            <a:pPr marL="0" indent="0">
              <a:spcBef>
                <a:spcPts val="2500"/>
              </a:spcBef>
              <a:buFont typeface="Arial" panose="020B0604020202020204" pitchFamily="34" charset="0"/>
              <a:buNone/>
            </a:pPr>
            <a:r>
              <a:rPr lang="en-US" b="1"/>
              <a:t>Data-Driven Marketing</a:t>
            </a:r>
          </a:p>
          <a:p>
            <a:pPr marL="0" lvl="1" indent="0">
              <a:buFont typeface="Arial" panose="020B0604020202020204" pitchFamily="34" charset="0"/>
              <a:buNone/>
            </a:pPr>
            <a:r>
              <a:t>Leveraging data insights allows Zava to tailor marketing strategies to customer needs and preferences.</a:t>
            </a:r>
            <a:endParaRPr lang="en-US"/>
          </a:p>
          <a:p>
            <a:pPr marL="0" indent="0">
              <a:spcBef>
                <a:spcPts val="2500"/>
              </a:spcBef>
              <a:buFont typeface="Arial" panose="020B0604020202020204" pitchFamily="34" charset="0"/>
              <a:buNone/>
            </a:pPr>
            <a:r>
              <a:rPr lang="en-US" b="1"/>
              <a:t>Customer-Centric Approach</a:t>
            </a:r>
          </a:p>
          <a:p>
            <a:pPr marL="0" lvl="1" indent="0">
              <a:buFont typeface="Arial" panose="020B0604020202020204" pitchFamily="34" charset="0"/>
              <a:buNone/>
            </a:pPr>
            <a:r>
              <a:t>Maintaining customer focus ensures exceptional experiences and supports sustainable business growth.</a:t>
            </a:r>
            <a:endParaRPr lang="en-US"/>
          </a:p>
        </p:txBody>
      </p:sp>
    </p:spTree>
    <p:extLst>
      <p:ext uri="{BB962C8B-B14F-4D97-AF65-F5344CB8AC3E}">
        <p14:creationId xmlns:p14="http://schemas.microsoft.com/office/powerpoint/2010/main" val="27389085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0D59D-16CC-239A-ECB1-99D921BA20C4}"/>
              </a:ext>
            </a:extLst>
          </p:cNvPr>
          <p:cNvSpPr>
            <a:spLocks noGrp="1"/>
          </p:cNvSpPr>
          <p:nvPr>
            <p:ph type="title"/>
          </p:nvPr>
        </p:nvSpPr>
        <p:spPr>
          <a:xfrm>
            <a:off x="365760" y="1801368"/>
            <a:ext cx="8602201" cy="4572000"/>
          </a:xfrm>
        </p:spPr>
        <p:txBody>
          <a:bodyPr anchor="b">
            <a:normAutofit/>
          </a:bodyPr>
          <a:lstStyle/>
          <a:p>
            <a:r>
              <a:rPr lang="en-US"/>
              <a:t>Customer-Centered Marketing</a:t>
            </a:r>
          </a:p>
        </p:txBody>
      </p:sp>
    </p:spTree>
    <p:extLst>
      <p:ext uri="{BB962C8B-B14F-4D97-AF65-F5344CB8AC3E}">
        <p14:creationId xmlns:p14="http://schemas.microsoft.com/office/powerpoint/2010/main" val="41624386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young asian couple small business owners packing using laptop together viewing their sales performance by table with many parcel at home - woman takes credit card to receive income transfer">
            <a:extLst>
              <a:ext uri="{FF2B5EF4-FFF2-40B4-BE49-F238E27FC236}">
                <a16:creationId xmlns:a16="http://schemas.microsoft.com/office/drawing/2014/main" id="{A60754D0-549D-4EFA-9403-721C892F76BA}"/>
              </a:ext>
            </a:extLst>
          </p:cNvPr>
          <p:cNvPicPr>
            <a:picLocks noGrp="1" noChangeAspect="1"/>
          </p:cNvPicPr>
          <p:nvPr>
            <p:ph type="pic" sz="quarter" idx="13"/>
          </p:nvPr>
        </p:nvPicPr>
        <p:blipFill>
          <a:blip r:embed="rId3"/>
          <a:srcRect l="28662" r="21764" b="-1"/>
          <a:stretch>
            <a:fillRect/>
          </a:stretch>
        </p:blipFill>
        <p:spPr>
          <a:xfrm>
            <a:off x="1546804" y="2427156"/>
            <a:ext cx="4186010" cy="3905381"/>
          </a:xfrm>
        </p:spPr>
      </p:pic>
      <p:sp>
        <p:nvSpPr>
          <p:cNvPr id="2" name="Title 1">
            <a:extLst>
              <a:ext uri="{FF2B5EF4-FFF2-40B4-BE49-F238E27FC236}">
                <a16:creationId xmlns:a16="http://schemas.microsoft.com/office/drawing/2014/main" id="{59FE72E2-0FF6-04A5-72F5-0E9232ADE539}"/>
              </a:ext>
            </a:extLst>
          </p:cNvPr>
          <p:cNvSpPr>
            <a:spLocks noGrp="1"/>
          </p:cNvSpPr>
          <p:nvPr>
            <p:ph type="title"/>
          </p:nvPr>
        </p:nvSpPr>
        <p:spPr>
          <a:xfrm>
            <a:off x="621791" y="548638"/>
            <a:ext cx="5111021" cy="2492735"/>
          </a:xfrm>
        </p:spPr>
        <p:txBody>
          <a:bodyPr anchor="t">
            <a:normAutofit/>
          </a:bodyPr>
          <a:lstStyle/>
          <a:p>
            <a:r>
              <a:rPr lang="en-US"/>
              <a:t>Principles of Customer-Centricity</a:t>
            </a:r>
          </a:p>
        </p:txBody>
      </p:sp>
      <p:sp>
        <p:nvSpPr>
          <p:cNvPr id="4" name="Content Placeholder 3">
            <a:extLst>
              <a:ext uri="{FF2B5EF4-FFF2-40B4-BE49-F238E27FC236}">
                <a16:creationId xmlns:a16="http://schemas.microsoft.com/office/drawing/2014/main" id="{20C70C66-9629-9E3C-F1EE-50ED712076B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spcBef>
                <a:spcPts val="2500"/>
              </a:spcBef>
              <a:buFont typeface="Arial" panose="020B0604020202020204" pitchFamily="34" charset="0"/>
              <a:buNone/>
            </a:pPr>
            <a:r>
              <a:rPr lang="en-US" b="1"/>
              <a:t>Understanding Customer Needs</a:t>
            </a:r>
          </a:p>
          <a:p>
            <a:pPr marL="0" lvl="1" indent="0">
              <a:buFont typeface="Arial" panose="020B0604020202020204" pitchFamily="34" charset="0"/>
              <a:buNone/>
            </a:pPr>
            <a:r>
              <a:t>Anticipating and understanding customer needs at every touchpoint builds trust and adds value consistently.</a:t>
            </a:r>
            <a:endParaRPr lang="en-US"/>
          </a:p>
          <a:p>
            <a:pPr marL="0" indent="0">
              <a:spcBef>
                <a:spcPts val="2500"/>
              </a:spcBef>
              <a:buFont typeface="Arial" panose="020B0604020202020204" pitchFamily="34" charset="0"/>
              <a:buNone/>
            </a:pPr>
            <a:r>
              <a:rPr lang="en-US" b="1"/>
              <a:t>Personalized Experiences</a:t>
            </a:r>
          </a:p>
          <a:p>
            <a:pPr marL="0" lvl="1" indent="0">
              <a:buFont typeface="Arial" panose="020B0604020202020204" pitchFamily="34" charset="0"/>
              <a:buNone/>
            </a:pPr>
            <a:r>
              <a:t>Tailoring recommendations, promotions, and communications enhances loyalty and long-term customer engagement.</a:t>
            </a:r>
            <a:endParaRPr lang="en-US"/>
          </a:p>
          <a:p>
            <a:pPr marL="0" indent="0">
              <a:spcBef>
                <a:spcPts val="2500"/>
              </a:spcBef>
              <a:buFont typeface="Arial" panose="020B0604020202020204" pitchFamily="34" charset="0"/>
              <a:buNone/>
            </a:pPr>
            <a:r>
              <a:rPr lang="en-US" b="1"/>
              <a:t>Feedback and Data Analysis</a:t>
            </a:r>
          </a:p>
          <a:p>
            <a:pPr marL="0" lvl="1" indent="0">
              <a:buFont typeface="Arial" panose="020B0604020202020204" pitchFamily="34" charset="0"/>
              <a:buNone/>
            </a:pPr>
            <a:r>
              <a:t>Actively listening to customer feedback and analyzing behavior helps refine offerings to exceed expectations.</a:t>
            </a:r>
            <a:endParaRPr lang="en-US"/>
          </a:p>
          <a:p>
            <a:pPr marL="0" indent="0">
              <a:spcBef>
                <a:spcPts val="2500"/>
              </a:spcBef>
              <a:buFont typeface="Arial" panose="020B0604020202020204" pitchFamily="34" charset="0"/>
              <a:buNone/>
            </a:pPr>
            <a:r>
              <a:rPr lang="en-US" b="1"/>
              <a:t>Seamless Shopping Journey</a:t>
            </a:r>
          </a:p>
          <a:p>
            <a:pPr marL="0" lvl="1" indent="0">
              <a:buFont typeface="Arial" panose="020B0604020202020204" pitchFamily="34" charset="0"/>
              <a:buNone/>
            </a:pPr>
            <a:r>
              <a:t>Creating a smooth and enjoyable shopping experience across online and in-store channels fosters customer satisfaction.</a:t>
            </a:r>
            <a:endParaRPr lang="en-US"/>
          </a:p>
        </p:txBody>
      </p:sp>
    </p:spTree>
    <p:extLst>
      <p:ext uri="{BB962C8B-B14F-4D97-AF65-F5344CB8AC3E}">
        <p14:creationId xmlns:p14="http://schemas.microsoft.com/office/powerpoint/2010/main" val="34268116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7235D-B392-0634-5987-2827BA63490B}"/>
              </a:ext>
            </a:extLst>
          </p:cNvPr>
          <p:cNvSpPr>
            <a:spLocks noGrp="1"/>
          </p:cNvSpPr>
          <p:nvPr>
            <p:ph type="title"/>
          </p:nvPr>
        </p:nvSpPr>
        <p:spPr>
          <a:xfrm>
            <a:off x="365760" y="1801368"/>
            <a:ext cx="8602201" cy="4572000"/>
          </a:xfrm>
        </p:spPr>
        <p:txBody>
          <a:bodyPr anchor="b">
            <a:normAutofit/>
          </a:bodyPr>
          <a:lstStyle/>
          <a:p>
            <a:r>
              <a:rPr lang="en-US"/>
              <a:t>Omnichannel Strategy</a:t>
            </a:r>
          </a:p>
        </p:txBody>
      </p:sp>
    </p:spTree>
    <p:extLst>
      <p:ext uri="{BB962C8B-B14F-4D97-AF65-F5344CB8AC3E}">
        <p14:creationId xmlns:p14="http://schemas.microsoft.com/office/powerpoint/2010/main" val="11660587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Man comparing prices of shoes on a tablet computer.">
            <a:extLst>
              <a:ext uri="{FF2B5EF4-FFF2-40B4-BE49-F238E27FC236}">
                <a16:creationId xmlns:a16="http://schemas.microsoft.com/office/drawing/2014/main" id="{267AB93D-4068-46FC-8769-3A0A0B24B6E5}"/>
              </a:ext>
            </a:extLst>
          </p:cNvPr>
          <p:cNvPicPr>
            <a:picLocks noGrp="1" noChangeAspect="1"/>
          </p:cNvPicPr>
          <p:nvPr>
            <p:ph type="pic" sz="quarter" idx="13"/>
          </p:nvPr>
        </p:nvPicPr>
        <p:blipFill>
          <a:blip r:embed="rId3"/>
          <a:srcRect l="12551" r="15903" b="1"/>
          <a:stretch>
            <a:fillRect/>
          </a:stretch>
        </p:blipFill>
        <p:spPr>
          <a:xfrm>
            <a:off x="1546804" y="2427156"/>
            <a:ext cx="4186010" cy="3905381"/>
          </a:xfrm>
        </p:spPr>
      </p:pic>
      <p:sp>
        <p:nvSpPr>
          <p:cNvPr id="2" name="Title 1">
            <a:extLst>
              <a:ext uri="{FF2B5EF4-FFF2-40B4-BE49-F238E27FC236}">
                <a16:creationId xmlns:a16="http://schemas.microsoft.com/office/drawing/2014/main" id="{AA837EDD-C083-7106-8ADC-F78FEE39DB20}"/>
              </a:ext>
            </a:extLst>
          </p:cNvPr>
          <p:cNvSpPr>
            <a:spLocks noGrp="1"/>
          </p:cNvSpPr>
          <p:nvPr>
            <p:ph type="title"/>
          </p:nvPr>
        </p:nvSpPr>
        <p:spPr>
          <a:xfrm>
            <a:off x="621791" y="548638"/>
            <a:ext cx="5111021" cy="2492735"/>
          </a:xfrm>
        </p:spPr>
        <p:txBody>
          <a:bodyPr anchor="t">
            <a:normAutofit/>
          </a:bodyPr>
          <a:lstStyle/>
          <a:p>
            <a:pPr>
              <a:lnSpc>
                <a:spcPct val="90000"/>
              </a:lnSpc>
            </a:pPr>
            <a:r>
              <a:rPr lang="en-US"/>
              <a:t>Integration of Physical and Digital Channels</a:t>
            </a:r>
          </a:p>
        </p:txBody>
      </p:sp>
      <p:sp>
        <p:nvSpPr>
          <p:cNvPr id="4" name="Content Placeholder 3">
            <a:extLst>
              <a:ext uri="{FF2B5EF4-FFF2-40B4-BE49-F238E27FC236}">
                <a16:creationId xmlns:a16="http://schemas.microsoft.com/office/drawing/2014/main" id="{0499646C-CD46-0140-2C30-19C3BD69214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spcBef>
                <a:spcPts val="2500"/>
              </a:spcBef>
              <a:buFont typeface="Arial" panose="020B0604020202020204" pitchFamily="34" charset="0"/>
              <a:buNone/>
            </a:pPr>
            <a:r>
              <a:rPr lang="en-US" b="1"/>
              <a:t>Unified Shopping Experience</a:t>
            </a:r>
          </a:p>
          <a:p>
            <a:pPr marL="0" lvl="1" indent="0">
              <a:buFont typeface="Arial" panose="020B0604020202020204" pitchFamily="34" charset="0"/>
              <a:buNone/>
            </a:pPr>
            <a:r>
              <a:t>Zava integrates physical stores with e-commerce, creating a seamless shopping journey across channels.</a:t>
            </a:r>
            <a:endParaRPr lang="en-US"/>
          </a:p>
          <a:p>
            <a:pPr marL="0" indent="0">
              <a:spcBef>
                <a:spcPts val="2500"/>
              </a:spcBef>
              <a:buFont typeface="Arial" panose="020B0604020202020204" pitchFamily="34" charset="0"/>
              <a:buNone/>
            </a:pPr>
            <a:r>
              <a:rPr lang="en-US" b="1"/>
              <a:t>Convenient Services</a:t>
            </a:r>
          </a:p>
          <a:p>
            <a:pPr marL="0" lvl="1" indent="0">
              <a:buFont typeface="Arial" panose="020B0604020202020204" pitchFamily="34" charset="0"/>
              <a:buNone/>
            </a:pPr>
            <a:r>
              <a:t>Features like buy-online-pickup-in-store and easy returns provide convenience and flexibility for customers.</a:t>
            </a:r>
            <a:endParaRPr lang="en-US"/>
          </a:p>
          <a:p>
            <a:pPr marL="0" indent="0">
              <a:spcBef>
                <a:spcPts val="2500"/>
              </a:spcBef>
              <a:buFont typeface="Arial" panose="020B0604020202020204" pitchFamily="34" charset="0"/>
              <a:buNone/>
            </a:pPr>
            <a:r>
              <a:rPr lang="en-US" b="1"/>
              <a:t>Consistent Brand Presence</a:t>
            </a:r>
          </a:p>
          <a:p>
            <a:pPr marL="0" lvl="1" indent="0">
              <a:buFont typeface="Arial" panose="020B0604020202020204" pitchFamily="34" charset="0"/>
              <a:buNone/>
            </a:pPr>
            <a:r>
              <a:t>Consistent pricing, branding, and customer support reinforce trust across all shopping platforms.</a:t>
            </a:r>
            <a:endParaRPr lang="en-US"/>
          </a:p>
          <a:p>
            <a:pPr marL="0" indent="0">
              <a:spcBef>
                <a:spcPts val="2500"/>
              </a:spcBef>
              <a:buFont typeface="Arial" panose="020B0604020202020204" pitchFamily="34" charset="0"/>
              <a:buNone/>
            </a:pPr>
            <a:r>
              <a:rPr lang="en-US" b="1"/>
              <a:t>Enhanced Customer Engagement</a:t>
            </a:r>
          </a:p>
          <a:p>
            <a:pPr marL="0" lvl="1" indent="0">
              <a:buFont typeface="Arial" panose="020B0604020202020204" pitchFamily="34" charset="0"/>
              <a:buNone/>
            </a:pPr>
            <a:r>
              <a:t>Digital tools like apps, loyalty programs, and personalized emails increase customer interaction and retention.</a:t>
            </a:r>
            <a:endParaRPr lang="en-US"/>
          </a:p>
        </p:txBody>
      </p:sp>
    </p:spTree>
    <p:extLst>
      <p:ext uri="{BB962C8B-B14F-4D97-AF65-F5344CB8AC3E}">
        <p14:creationId xmlns:p14="http://schemas.microsoft.com/office/powerpoint/2010/main" val="34688682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1D375-80BE-B774-9E2A-C1D3523E73AC}"/>
              </a:ext>
            </a:extLst>
          </p:cNvPr>
          <p:cNvSpPr>
            <a:spLocks noGrp="1"/>
          </p:cNvSpPr>
          <p:nvPr>
            <p:ph type="title"/>
          </p:nvPr>
        </p:nvSpPr>
        <p:spPr>
          <a:xfrm>
            <a:off x="365760" y="1801368"/>
            <a:ext cx="8602201" cy="4572000"/>
          </a:xfrm>
        </p:spPr>
        <p:txBody>
          <a:bodyPr anchor="b">
            <a:normAutofit/>
          </a:bodyPr>
          <a:lstStyle/>
          <a:p>
            <a:r>
              <a:rPr lang="en-US"/>
              <a:t>Data-Driven Marketing</a:t>
            </a:r>
          </a:p>
        </p:txBody>
      </p:sp>
    </p:spTree>
    <p:extLst>
      <p:ext uri="{BB962C8B-B14F-4D97-AF65-F5344CB8AC3E}">
        <p14:creationId xmlns:p14="http://schemas.microsoft.com/office/powerpoint/2010/main" val="4885425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3d illustration">
            <a:extLst>
              <a:ext uri="{FF2B5EF4-FFF2-40B4-BE49-F238E27FC236}">
                <a16:creationId xmlns:a16="http://schemas.microsoft.com/office/drawing/2014/main" id="{CBC312B0-4DB9-4EC1-8512-52ED46C8911C}"/>
              </a:ext>
            </a:extLst>
          </p:cNvPr>
          <p:cNvPicPr>
            <a:picLocks noGrp="1" noChangeAspect="1"/>
          </p:cNvPicPr>
          <p:nvPr>
            <p:ph type="pic" sz="quarter" idx="13"/>
          </p:nvPr>
        </p:nvPicPr>
        <p:blipFill>
          <a:blip r:embed="rId3"/>
          <a:srcRect l="13560" r="27774"/>
          <a:stretch>
            <a:fillRect/>
          </a:stretch>
        </p:blipFill>
        <p:spPr>
          <a:xfrm>
            <a:off x="20" y="1"/>
            <a:ext cx="4023340" cy="6858000"/>
          </a:xfrm>
        </p:spPr>
      </p:pic>
      <p:sp>
        <p:nvSpPr>
          <p:cNvPr id="2" name="Title 1">
            <a:extLst>
              <a:ext uri="{FF2B5EF4-FFF2-40B4-BE49-F238E27FC236}">
                <a16:creationId xmlns:a16="http://schemas.microsoft.com/office/drawing/2014/main" id="{98D5A0A6-78E3-9EE7-336A-5B68014BE317}"/>
              </a:ext>
            </a:extLst>
          </p:cNvPr>
          <p:cNvSpPr>
            <a:spLocks noGrp="1"/>
          </p:cNvSpPr>
          <p:nvPr>
            <p:ph type="title"/>
          </p:nvPr>
        </p:nvSpPr>
        <p:spPr>
          <a:xfrm>
            <a:off x="3101537" y="320039"/>
            <a:ext cx="8502199" cy="1258389"/>
          </a:xfrm>
        </p:spPr>
        <p:txBody>
          <a:bodyPr anchor="b">
            <a:normAutofit/>
          </a:bodyPr>
          <a:lstStyle/>
          <a:p>
            <a:pPr>
              <a:lnSpc>
                <a:spcPct val="90000"/>
              </a:lnSpc>
            </a:pPr>
            <a:r>
              <a:rPr lang="en-US"/>
              <a:t>Leveraging Analytics for Strategic Decisions</a:t>
            </a:r>
          </a:p>
        </p:txBody>
      </p:sp>
      <p:sp>
        <p:nvSpPr>
          <p:cNvPr id="4" name="Content Placeholder 3">
            <a:extLst>
              <a:ext uri="{FF2B5EF4-FFF2-40B4-BE49-F238E27FC236}">
                <a16:creationId xmlns:a16="http://schemas.microsoft.com/office/drawing/2014/main" id="{4033240E-2E8A-BB9E-0F34-DBCD05EC6E4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45736" y="1725386"/>
            <a:ext cx="6858000" cy="4638838"/>
          </a:xfrm>
        </p:spPr>
        <p:txBody>
          <a:bodyPr>
            <a:normAutofit/>
          </a:bodyPr>
          <a:lstStyle/>
          <a:p>
            <a:pPr marL="0" indent="0">
              <a:spcBef>
                <a:spcPts val="2500"/>
              </a:spcBef>
              <a:buFont typeface="Arial" panose="020B0604020202020204" pitchFamily="34" charset="0"/>
              <a:buNone/>
            </a:pPr>
            <a:r>
              <a:rPr lang="en-US" b="1"/>
              <a:t>Informed Marketing Decisions</a:t>
            </a:r>
          </a:p>
          <a:p>
            <a:pPr marL="0" lvl="1" indent="0">
              <a:buFont typeface="Arial" panose="020B0604020202020204" pitchFamily="34" charset="0"/>
              <a:buNone/>
            </a:pPr>
            <a:r>
              <a:t>Data-driven marketing optimizes campaigns and boosts customer engagement through detailed analysis.</a:t>
            </a:r>
            <a:endParaRPr lang="en-US"/>
          </a:p>
          <a:p>
            <a:pPr marL="0" indent="0">
              <a:spcBef>
                <a:spcPts val="2500"/>
              </a:spcBef>
              <a:buFont typeface="Arial" panose="020B0604020202020204" pitchFamily="34" charset="0"/>
              <a:buNone/>
            </a:pPr>
            <a:r>
              <a:rPr lang="en-US" b="1"/>
              <a:t>Predictive Analytics for Growth</a:t>
            </a:r>
          </a:p>
          <a:p>
            <a:pPr marL="0" lvl="1" indent="0">
              <a:buFont typeface="Arial" panose="020B0604020202020204" pitchFamily="34" charset="0"/>
              <a:buNone/>
            </a:pPr>
            <a:r>
              <a:t>Predictive analytics forecast demand, personalize offers, and improve resource allocation.</a:t>
            </a:r>
            <a:endParaRPr lang="en-US"/>
          </a:p>
          <a:p>
            <a:pPr marL="0" indent="0">
              <a:spcBef>
                <a:spcPts val="2500"/>
              </a:spcBef>
              <a:buFont typeface="Arial" panose="020B0604020202020204" pitchFamily="34" charset="0"/>
              <a:buNone/>
            </a:pPr>
            <a:r>
              <a:rPr lang="en-US" b="1"/>
              <a:t>Continuous Performance Evaluation</a:t>
            </a:r>
          </a:p>
          <a:p>
            <a:pPr marL="0" lvl="1" indent="0">
              <a:buFont typeface="Arial" panose="020B0604020202020204" pitchFamily="34" charset="0"/>
              <a:buNone/>
            </a:pPr>
            <a:r>
              <a:t>Ongoing evaluation ensures marketing investments yield measurable returns and strategic agility.</a:t>
            </a:r>
            <a:endParaRPr lang="en-US"/>
          </a:p>
          <a:p>
            <a:pPr marL="0" indent="0">
              <a:spcBef>
                <a:spcPts val="2500"/>
              </a:spcBef>
              <a:buFont typeface="Arial" panose="020B0604020202020204" pitchFamily="34" charset="0"/>
              <a:buNone/>
            </a:pPr>
            <a:r>
              <a:rPr lang="en-US" b="1"/>
              <a:t>Data-Driven Product Strategy</a:t>
            </a:r>
          </a:p>
          <a:p>
            <a:pPr marL="0" lvl="1" indent="0">
              <a:buFont typeface="Arial" panose="020B0604020202020204" pitchFamily="34" charset="0"/>
              <a:buNone/>
            </a:pPr>
            <a:r>
              <a:t>Insights from data guide product development, pricing, and promotional planning for growth.</a:t>
            </a:r>
            <a:endParaRPr lang="en-US"/>
          </a:p>
        </p:txBody>
      </p:sp>
    </p:spTree>
    <p:extLst>
      <p:ext uri="{BB962C8B-B14F-4D97-AF65-F5344CB8AC3E}">
        <p14:creationId xmlns:p14="http://schemas.microsoft.com/office/powerpoint/2010/main" val="7894420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A24D6-434A-A6E4-2AAA-6A8945B4A95C}"/>
              </a:ext>
            </a:extLst>
          </p:cNvPr>
          <p:cNvSpPr>
            <a:spLocks noGrp="1"/>
          </p:cNvSpPr>
          <p:nvPr>
            <p:ph type="title"/>
          </p:nvPr>
        </p:nvSpPr>
        <p:spPr>
          <a:xfrm>
            <a:off x="365760" y="1801368"/>
            <a:ext cx="8602201" cy="4572000"/>
          </a:xfrm>
        </p:spPr>
        <p:txBody>
          <a:bodyPr anchor="b">
            <a:normAutofit/>
          </a:bodyPr>
          <a:lstStyle/>
          <a:p>
            <a:r>
              <a:rPr lang="en-US"/>
              <a:t>Brand Positioning</a:t>
            </a:r>
          </a:p>
        </p:txBody>
      </p:sp>
    </p:spTree>
    <p:extLst>
      <p:ext uri="{BB962C8B-B14F-4D97-AF65-F5344CB8AC3E}">
        <p14:creationId xmlns:p14="http://schemas.microsoft.com/office/powerpoint/2010/main" val="15373621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Blank billboard in front of women boutique">
            <a:extLst>
              <a:ext uri="{FF2B5EF4-FFF2-40B4-BE49-F238E27FC236}">
                <a16:creationId xmlns:a16="http://schemas.microsoft.com/office/drawing/2014/main" id="{FFB1BFF4-206D-4062-A44D-DDE6818F6020}"/>
              </a:ext>
            </a:extLst>
          </p:cNvPr>
          <p:cNvPicPr>
            <a:picLocks noGrp="1" noChangeAspect="1"/>
          </p:cNvPicPr>
          <p:nvPr>
            <p:ph type="pic" sz="quarter" idx="13"/>
          </p:nvPr>
        </p:nvPicPr>
        <p:blipFill>
          <a:blip r:embed="rId3"/>
          <a:srcRect l="666" r="21090" b="3"/>
          <a:stretch>
            <a:fillRect/>
          </a:stretch>
        </p:blipFill>
        <p:spPr>
          <a:xfrm>
            <a:off x="1546804" y="2427156"/>
            <a:ext cx="4186010" cy="3905381"/>
          </a:xfrm>
        </p:spPr>
      </p:pic>
      <p:sp>
        <p:nvSpPr>
          <p:cNvPr id="2" name="Title 1">
            <a:extLst>
              <a:ext uri="{FF2B5EF4-FFF2-40B4-BE49-F238E27FC236}">
                <a16:creationId xmlns:a16="http://schemas.microsoft.com/office/drawing/2014/main" id="{C63A2E5A-B2DC-12F9-924D-2284D4854EA1}"/>
              </a:ext>
            </a:extLst>
          </p:cNvPr>
          <p:cNvSpPr>
            <a:spLocks noGrp="1"/>
          </p:cNvSpPr>
          <p:nvPr>
            <p:ph type="title"/>
          </p:nvPr>
        </p:nvSpPr>
        <p:spPr>
          <a:xfrm>
            <a:off x="621791" y="548638"/>
            <a:ext cx="5111021" cy="2492735"/>
          </a:xfrm>
        </p:spPr>
        <p:txBody>
          <a:bodyPr anchor="t">
            <a:normAutofit/>
          </a:bodyPr>
          <a:lstStyle/>
          <a:p>
            <a:r>
              <a:rPr lang="en-US"/>
              <a:t>Building a Strong Brand Identity</a:t>
            </a:r>
          </a:p>
        </p:txBody>
      </p:sp>
      <p:sp>
        <p:nvSpPr>
          <p:cNvPr id="4" name="Content Placeholder 3">
            <a:extLst>
              <a:ext uri="{FF2B5EF4-FFF2-40B4-BE49-F238E27FC236}">
                <a16:creationId xmlns:a16="http://schemas.microsoft.com/office/drawing/2014/main" id="{DC6D3312-115C-44E0-C947-0CFB8F059FC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spcBef>
                <a:spcPts val="2500"/>
              </a:spcBef>
              <a:buFont typeface="Arial" panose="020B0604020202020204" pitchFamily="34" charset="0"/>
              <a:buNone/>
            </a:pPr>
            <a:r>
              <a:rPr lang="en-US" b="1"/>
              <a:t>Core Brand Values</a:t>
            </a:r>
          </a:p>
          <a:p>
            <a:pPr marL="0" lvl="1" indent="0">
              <a:buFont typeface="Arial" panose="020B0604020202020204" pitchFamily="34" charset="0"/>
              <a:buNone/>
            </a:pPr>
            <a:r>
              <a:t>Zava emphasizes quality, convenience, and trust to create a strong brand foundation.</a:t>
            </a:r>
            <a:endParaRPr lang="en-US"/>
          </a:p>
          <a:p>
            <a:pPr marL="0" indent="0">
              <a:spcBef>
                <a:spcPts val="2500"/>
              </a:spcBef>
              <a:buFont typeface="Arial" panose="020B0604020202020204" pitchFamily="34" charset="0"/>
              <a:buNone/>
            </a:pPr>
            <a:r>
              <a:rPr lang="en-US" b="1"/>
              <a:t>Consistent Brand Messaging</a:t>
            </a:r>
          </a:p>
          <a:p>
            <a:pPr marL="0" lvl="1" indent="0">
              <a:buFont typeface="Arial" panose="020B0604020202020204" pitchFamily="34" charset="0"/>
              <a:buNone/>
            </a:pPr>
            <a:r>
              <a:t>Marketing communicates core values consistently across all channels including advertising and social media.</a:t>
            </a:r>
            <a:endParaRPr lang="en-US"/>
          </a:p>
          <a:p>
            <a:pPr marL="0" indent="0">
              <a:spcBef>
                <a:spcPts val="2500"/>
              </a:spcBef>
              <a:buFont typeface="Arial" panose="020B0604020202020204" pitchFamily="34" charset="0"/>
              <a:buNone/>
            </a:pPr>
            <a:r>
              <a:rPr lang="en-US" b="1"/>
              <a:t>Customer Connection and Loyalty</a:t>
            </a:r>
          </a:p>
          <a:p>
            <a:pPr marL="0" lvl="1" indent="0">
              <a:buFont typeface="Arial" panose="020B0604020202020204" pitchFamily="34" charset="0"/>
              <a:buNone/>
            </a:pPr>
            <a:r>
              <a:t>Zava builds emotional connections through superior service and immersive shopping experiences.</a:t>
            </a:r>
            <a:endParaRPr lang="en-US"/>
          </a:p>
          <a:p>
            <a:pPr marL="0" indent="0">
              <a:spcBef>
                <a:spcPts val="2500"/>
              </a:spcBef>
              <a:buFont typeface="Arial" panose="020B0604020202020204" pitchFamily="34" charset="0"/>
              <a:buNone/>
            </a:pPr>
            <a:r>
              <a:rPr lang="en-US" b="1"/>
              <a:t>Market Differentiation</a:t>
            </a:r>
          </a:p>
          <a:p>
            <a:pPr marL="0" lvl="1" indent="0">
              <a:buFont typeface="Arial" panose="020B0604020202020204" pitchFamily="34" charset="0"/>
              <a:buNone/>
            </a:pPr>
            <a:r>
              <a:t>Differentiation is achieved with curated products and high service standards in a competitive market.</a:t>
            </a:r>
            <a:endParaRPr lang="en-US"/>
          </a:p>
        </p:txBody>
      </p:sp>
    </p:spTree>
    <p:extLst>
      <p:ext uri="{BB962C8B-B14F-4D97-AF65-F5344CB8AC3E}">
        <p14:creationId xmlns:p14="http://schemas.microsoft.com/office/powerpoint/2010/main" val="18050453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33AF7-9ABE-8AC1-7E40-FEB7AA178943}"/>
              </a:ext>
            </a:extLst>
          </p:cNvPr>
          <p:cNvSpPr>
            <a:spLocks noGrp="1"/>
          </p:cNvSpPr>
          <p:nvPr>
            <p:ph type="title"/>
          </p:nvPr>
        </p:nvSpPr>
        <p:spPr>
          <a:xfrm>
            <a:off x="365760" y="1801368"/>
            <a:ext cx="8602201" cy="4572000"/>
          </a:xfrm>
        </p:spPr>
        <p:txBody>
          <a:bodyPr anchor="b">
            <a:normAutofit/>
          </a:bodyPr>
          <a:lstStyle/>
          <a:p>
            <a:r>
              <a:rPr lang="en-US"/>
              <a:t>Digital Engagement</a:t>
            </a:r>
          </a:p>
        </p:txBody>
      </p:sp>
    </p:spTree>
    <p:extLst>
      <p:ext uri="{BB962C8B-B14F-4D97-AF65-F5344CB8AC3E}">
        <p14:creationId xmlns:p14="http://schemas.microsoft.com/office/powerpoint/2010/main" val="9819750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ocial media marketing network communication tablet">
            <a:extLst>
              <a:ext uri="{FF2B5EF4-FFF2-40B4-BE49-F238E27FC236}">
                <a16:creationId xmlns:a16="http://schemas.microsoft.com/office/drawing/2014/main" id="{52C14A28-A6D9-4390-8F79-81233FEE91AB}"/>
              </a:ext>
            </a:extLst>
          </p:cNvPr>
          <p:cNvPicPr>
            <a:picLocks noGrp="1" noChangeAspect="1"/>
          </p:cNvPicPr>
          <p:nvPr>
            <p:ph type="pic" sz="quarter" idx="13"/>
          </p:nvPr>
        </p:nvPicPr>
        <p:blipFill>
          <a:blip r:embed="rId3"/>
          <a:srcRect l="27030" r="5710" b="-2"/>
          <a:stretch>
            <a:fillRect/>
          </a:stretch>
        </p:blipFill>
        <p:spPr>
          <a:xfrm>
            <a:off x="1546804" y="2427156"/>
            <a:ext cx="4186010" cy="3905381"/>
          </a:xfrm>
        </p:spPr>
      </p:pic>
      <p:sp>
        <p:nvSpPr>
          <p:cNvPr id="2" name="Title 1">
            <a:extLst>
              <a:ext uri="{FF2B5EF4-FFF2-40B4-BE49-F238E27FC236}">
                <a16:creationId xmlns:a16="http://schemas.microsoft.com/office/drawing/2014/main" id="{112920B8-4C08-8278-3932-24510320D8F0}"/>
              </a:ext>
            </a:extLst>
          </p:cNvPr>
          <p:cNvSpPr>
            <a:spLocks noGrp="1"/>
          </p:cNvSpPr>
          <p:nvPr>
            <p:ph type="title"/>
          </p:nvPr>
        </p:nvSpPr>
        <p:spPr>
          <a:xfrm>
            <a:off x="621791" y="548638"/>
            <a:ext cx="5111021" cy="2492735"/>
          </a:xfrm>
        </p:spPr>
        <p:txBody>
          <a:bodyPr anchor="t">
            <a:normAutofit/>
          </a:bodyPr>
          <a:lstStyle/>
          <a:p>
            <a:r>
              <a:rPr lang="en-US"/>
              <a:t>Maximizing Online Interaction</a:t>
            </a:r>
          </a:p>
        </p:txBody>
      </p:sp>
      <p:sp>
        <p:nvSpPr>
          <p:cNvPr id="4" name="Content Placeholder 3">
            <a:extLst>
              <a:ext uri="{FF2B5EF4-FFF2-40B4-BE49-F238E27FC236}">
                <a16:creationId xmlns:a16="http://schemas.microsoft.com/office/drawing/2014/main" id="{7A4A06A1-588D-4368-622E-35322F3EF78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spcBef>
                <a:spcPts val="2500"/>
              </a:spcBef>
              <a:buFont typeface="Arial" panose="020B0604020202020204" pitchFamily="34" charset="0"/>
              <a:buNone/>
            </a:pPr>
            <a:r>
              <a:rPr lang="en-US" b="1"/>
              <a:t>Multichannel Digital Marketing</a:t>
            </a:r>
          </a:p>
          <a:p>
            <a:pPr marL="0" lvl="1" indent="0">
              <a:buFont typeface="Arial" panose="020B0604020202020204" pitchFamily="34" charset="0"/>
              <a:buNone/>
            </a:pPr>
            <a:r>
              <a:t>Using social media, email campaigns, and digital ads helps maintain brand visibility and customer relevance.</a:t>
            </a:r>
            <a:endParaRPr lang="en-US"/>
          </a:p>
          <a:p>
            <a:pPr marL="0" indent="0">
              <a:spcBef>
                <a:spcPts val="2500"/>
              </a:spcBef>
              <a:buFont typeface="Arial" panose="020B0604020202020204" pitchFamily="34" charset="0"/>
              <a:buNone/>
            </a:pPr>
            <a:r>
              <a:rPr lang="en-US" b="1"/>
              <a:t>Engagement Through Interaction</a:t>
            </a:r>
          </a:p>
          <a:p>
            <a:pPr marL="0" lvl="1" indent="0">
              <a:buFont typeface="Arial" panose="020B0604020202020204" pitchFamily="34" charset="0"/>
              <a:buNone/>
            </a:pPr>
            <a:r>
              <a:t>Interactive content and influencer partnerships create deeper audience connections and community engagement.</a:t>
            </a:r>
            <a:endParaRPr lang="en-US"/>
          </a:p>
          <a:p>
            <a:pPr marL="0" indent="0">
              <a:spcBef>
                <a:spcPts val="2500"/>
              </a:spcBef>
              <a:buFont typeface="Arial" panose="020B0604020202020204" pitchFamily="34" charset="0"/>
              <a:buNone/>
            </a:pPr>
            <a:r>
              <a:rPr lang="en-US" b="1"/>
              <a:t>AI-Driven Customer Support</a:t>
            </a:r>
          </a:p>
          <a:p>
            <a:pPr marL="0" lvl="1" indent="0">
              <a:buFont typeface="Arial" panose="020B0604020202020204" pitchFamily="34" charset="0"/>
              <a:buNone/>
            </a:pPr>
            <a:r>
              <a:t>Real-time AI assistants offer convenient support, enhancing responsiveness and customer satisfaction.</a:t>
            </a:r>
            <a:endParaRPr lang="en-US"/>
          </a:p>
          <a:p>
            <a:pPr marL="0" indent="0">
              <a:spcBef>
                <a:spcPts val="2500"/>
              </a:spcBef>
              <a:buFont typeface="Arial" panose="020B0604020202020204" pitchFamily="34" charset="0"/>
              <a:buNone/>
            </a:pPr>
            <a:r>
              <a:rPr lang="en-US" b="1"/>
              <a:t>Feedback and Brand Trust</a:t>
            </a:r>
          </a:p>
          <a:p>
            <a:pPr marL="0" lvl="1" indent="0">
              <a:buFont typeface="Arial" panose="020B0604020202020204" pitchFamily="34" charset="0"/>
              <a:buNone/>
            </a:pPr>
            <a:r>
              <a:t>Feedback mechanisms encourage participation, building trust and strengthening brand advocacy online.</a:t>
            </a:r>
            <a:endParaRPr lang="en-US"/>
          </a:p>
        </p:txBody>
      </p:sp>
    </p:spTree>
    <p:extLst>
      <p:ext uri="{BB962C8B-B14F-4D97-AF65-F5344CB8AC3E}">
        <p14:creationId xmlns:p14="http://schemas.microsoft.com/office/powerpoint/2010/main" val="19571164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CE1F1-7525-C3A8-F224-2006651923D2}"/>
              </a:ext>
            </a:extLst>
          </p:cNvPr>
          <p:cNvSpPr>
            <a:spLocks noGrp="1"/>
          </p:cNvSpPr>
          <p:nvPr>
            <p:ph type="title"/>
          </p:nvPr>
        </p:nvSpPr>
        <p:spPr>
          <a:xfrm>
            <a:off x="365760" y="1801368"/>
            <a:ext cx="8602201" cy="4572000"/>
          </a:xfrm>
        </p:spPr>
        <p:txBody>
          <a:bodyPr anchor="b">
            <a:normAutofit/>
          </a:bodyPr>
          <a:lstStyle/>
          <a:p>
            <a:r>
              <a:rPr lang="en-US"/>
              <a:t>Conclusion</a:t>
            </a:r>
          </a:p>
        </p:txBody>
      </p:sp>
    </p:spTree>
    <p:extLst>
      <p:ext uri="{BB962C8B-B14F-4D97-AF65-F5344CB8AC3E}">
        <p14:creationId xmlns:p14="http://schemas.microsoft.com/office/powerpoint/2010/main" val="6338429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echnology and innovation concept">
            <a:extLst>
              <a:ext uri="{FF2B5EF4-FFF2-40B4-BE49-F238E27FC236}">
                <a16:creationId xmlns:a16="http://schemas.microsoft.com/office/drawing/2014/main" id="{4ED62214-CC69-4A1B-98CB-EEA79CD27F8E}"/>
              </a:ext>
            </a:extLst>
          </p:cNvPr>
          <p:cNvPicPr>
            <a:picLocks noGrp="1" noChangeAspect="1"/>
          </p:cNvPicPr>
          <p:nvPr>
            <p:ph type="pic" sz="quarter" idx="13"/>
          </p:nvPr>
        </p:nvPicPr>
        <p:blipFill>
          <a:blip r:embed="rId3"/>
          <a:srcRect l="20608" r="18028"/>
          <a:stretch>
            <a:fillRect/>
          </a:stretch>
        </p:blipFill>
        <p:spPr>
          <a:xfrm>
            <a:off x="1546804" y="2427156"/>
            <a:ext cx="4186010" cy="3905381"/>
          </a:xfrm>
        </p:spPr>
      </p:pic>
      <p:sp>
        <p:nvSpPr>
          <p:cNvPr id="2" name="Title 1">
            <a:extLst>
              <a:ext uri="{FF2B5EF4-FFF2-40B4-BE49-F238E27FC236}">
                <a16:creationId xmlns:a16="http://schemas.microsoft.com/office/drawing/2014/main" id="{5DE0DFB4-AE8D-E379-E6BE-CFF68F2FF25D}"/>
              </a:ext>
            </a:extLst>
          </p:cNvPr>
          <p:cNvSpPr>
            <a:spLocks noGrp="1"/>
          </p:cNvSpPr>
          <p:nvPr>
            <p:ph type="title"/>
          </p:nvPr>
        </p:nvSpPr>
        <p:spPr>
          <a:xfrm>
            <a:off x="621791" y="548638"/>
            <a:ext cx="5111021" cy="2492735"/>
          </a:xfrm>
        </p:spPr>
        <p:txBody>
          <a:bodyPr anchor="t">
            <a:normAutofit/>
          </a:bodyPr>
          <a:lstStyle/>
          <a:p>
            <a:r>
              <a:rPr lang="en-US"/>
              <a:t>Summary of Marketing Principles</a:t>
            </a:r>
          </a:p>
        </p:txBody>
      </p:sp>
      <p:sp>
        <p:nvSpPr>
          <p:cNvPr id="4" name="Content Placeholder 3">
            <a:extLst>
              <a:ext uri="{FF2B5EF4-FFF2-40B4-BE49-F238E27FC236}">
                <a16:creationId xmlns:a16="http://schemas.microsoft.com/office/drawing/2014/main" id="{90E0067B-FAE0-099C-1796-D0FA82BB9D3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spcBef>
                <a:spcPts val="2500"/>
              </a:spcBef>
              <a:buFont typeface="Arial" panose="020B0604020202020204" pitchFamily="34" charset="0"/>
              <a:buNone/>
            </a:pPr>
            <a:r>
              <a:rPr lang="en-US" b="1"/>
              <a:t>Customer-Centric Approach</a:t>
            </a:r>
          </a:p>
          <a:p>
            <a:pPr marL="0" lvl="1" indent="0">
              <a:buFont typeface="Arial" panose="020B0604020202020204" pitchFamily="34" charset="0"/>
              <a:buNone/>
            </a:pPr>
            <a:r>
              <a:t>Zava Retail prioritizes customer needs to create personalized and exceptional shopping experiences.</a:t>
            </a:r>
            <a:endParaRPr lang="en-US"/>
          </a:p>
          <a:p>
            <a:pPr marL="0" indent="0">
              <a:spcBef>
                <a:spcPts val="2500"/>
              </a:spcBef>
              <a:buFont typeface="Arial" panose="020B0604020202020204" pitchFamily="34" charset="0"/>
              <a:buNone/>
            </a:pPr>
            <a:r>
              <a:rPr lang="en-US" b="1"/>
              <a:t>Omnichannel Integration</a:t>
            </a:r>
          </a:p>
          <a:p>
            <a:pPr marL="0" lvl="1" indent="0">
              <a:buFont typeface="Arial" panose="020B0604020202020204" pitchFamily="34" charset="0"/>
              <a:buNone/>
            </a:pPr>
            <a:r>
              <a:t>The company seamlessly integrates multiple sales channels to provide a consistent brand experience.</a:t>
            </a:r>
            <a:endParaRPr lang="en-US"/>
          </a:p>
          <a:p>
            <a:pPr marL="0" indent="0">
              <a:spcBef>
                <a:spcPts val="2500"/>
              </a:spcBef>
              <a:buFont typeface="Arial" panose="020B0604020202020204" pitchFamily="34" charset="0"/>
              <a:buNone/>
            </a:pPr>
            <a:r>
              <a:rPr lang="en-US" b="1"/>
              <a:t>Data-Driven Decision-Making</a:t>
            </a:r>
          </a:p>
          <a:p>
            <a:pPr marL="0" lvl="1" indent="0">
              <a:buFont typeface="Arial" panose="020B0604020202020204" pitchFamily="34" charset="0"/>
              <a:buNone/>
            </a:pPr>
            <a:r>
              <a:t>Marketing strategies are guided by data analytics to optimize performance and customer engagement.</a:t>
            </a:r>
            <a:endParaRPr lang="en-US"/>
          </a:p>
          <a:p>
            <a:pPr marL="0" indent="0">
              <a:spcBef>
                <a:spcPts val="2500"/>
              </a:spcBef>
              <a:buFont typeface="Arial" panose="020B0604020202020204" pitchFamily="34" charset="0"/>
              <a:buNone/>
            </a:pPr>
            <a:r>
              <a:rPr lang="en-US" b="1"/>
              <a:t>Brand Positioning and Digital Engagement</a:t>
            </a:r>
          </a:p>
          <a:p>
            <a:pPr marL="0" lvl="1" indent="0">
              <a:buFont typeface="Arial" panose="020B0604020202020204" pitchFamily="34" charset="0"/>
              <a:buNone/>
            </a:pPr>
            <a:r>
              <a:t>Strong brand identity and active digital presence foster loyalty and sustainable growth.</a:t>
            </a:r>
            <a:endParaRPr lang="en-US"/>
          </a:p>
        </p:txBody>
      </p:sp>
    </p:spTree>
    <p:extLst>
      <p:ext uri="{BB962C8B-B14F-4D97-AF65-F5344CB8AC3E}">
        <p14:creationId xmlns:p14="http://schemas.microsoft.com/office/powerpoint/2010/main" val="23862271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itation">
  <a:themeElements>
    <a:clrScheme name="Citation Design">
      <a:dk1>
        <a:srgbClr val="000000"/>
      </a:dk1>
      <a:lt1>
        <a:srgbClr val="FFFFFF"/>
      </a:lt1>
      <a:dk2>
        <a:srgbClr val="01375D"/>
      </a:dk2>
      <a:lt2>
        <a:srgbClr val="F3F2EF"/>
      </a:lt2>
      <a:accent1>
        <a:srgbClr val="585142"/>
      </a:accent1>
      <a:accent2>
        <a:srgbClr val="C1B4A1"/>
      </a:accent2>
      <a:accent3>
        <a:srgbClr val="815B42"/>
      </a:accent3>
      <a:accent4>
        <a:srgbClr val="73582F"/>
      </a:accent4>
      <a:accent5>
        <a:srgbClr val="58393C"/>
      </a:accent5>
      <a:accent6>
        <a:srgbClr val="85584E"/>
      </a:accent6>
      <a:hlink>
        <a:srgbClr val="E05C37"/>
      </a:hlink>
      <a:folHlink>
        <a:srgbClr val="2E9884"/>
      </a:folHlink>
    </a:clrScheme>
    <a:fontScheme name="Custom 62">
      <a:majorFont>
        <a:latin typeface="Franklin Gothic Heavy"/>
        <a:ea typeface=""/>
        <a:cs typeface=""/>
      </a:majorFont>
      <a:minorFont>
        <a:latin typeface="Selaw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tation design_CoPilot Updates_win32_EF_v8" id="{9DEE9FBB-DC1C-45AA-8B67-111DE4A99BF2}" vid="{E71669C5-CDD3-48AC-A69A-CB015CAC44A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4C405A2-288D-4ACA-9C67-9C5EE383EE05}">
  <ds:schemaRefs>
    <ds:schemaRef ds:uri="http://www.w3.org/XML/1998/namespace"/>
    <ds:schemaRef ds:uri="http://purl.org/dc/elements/1.1/"/>
    <ds:schemaRef ds:uri="http://schemas.microsoft.com/office/2006/metadata/properties"/>
    <ds:schemaRef ds:uri="http://schemas.microsoft.com/sharepoint/v3"/>
    <ds:schemaRef ds:uri="http://purl.org/dc/dcmitype/"/>
    <ds:schemaRef ds:uri="230e9df3-be65-4c73-a93b-d1236ebd677e"/>
    <ds:schemaRef ds:uri="http://purl.org/dc/terms/"/>
    <ds:schemaRef ds:uri="71af3243-3dd4-4a8d-8c0d-dd76da1f02a5"/>
    <ds:schemaRef ds:uri="http://schemas.microsoft.com/office/2006/documentManagement/types"/>
    <ds:schemaRef ds:uri="http://schemas.microsoft.com/office/infopath/2007/PartnerControls"/>
    <ds:schemaRef ds:uri="http://schemas.openxmlformats.org/package/2006/metadata/core-properties"/>
    <ds:schemaRef ds:uri="16c05727-aa75-4e4a-9b5f-8a80a1165891"/>
  </ds:schemaRefs>
</ds:datastoreItem>
</file>

<file path=customXml/itemProps2.xml><?xml version="1.0" encoding="utf-8"?>
<ds:datastoreItem xmlns:ds="http://schemas.openxmlformats.org/officeDocument/2006/customXml" ds:itemID="{0194D626-FF99-4D14-A6F7-C95F3B663853}">
  <ds:schemaRefs>
    <ds:schemaRef ds:uri="http://schemas.microsoft.com/sharepoint/v3/contenttype/forms"/>
  </ds:schemaRefs>
</ds:datastoreItem>
</file>

<file path=customXml/itemProps3.xml><?xml version="1.0" encoding="utf-8"?>
<ds:datastoreItem xmlns:ds="http://schemas.openxmlformats.org/officeDocument/2006/customXml" ds:itemID="{E20973AB-2219-419D-9825-C20FDA65DD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5518</TotalTime>
  <Words>4</Words>
  <Application>Microsoft Office PowerPoint</Application>
  <PresentationFormat>Widescreen</PresentationFormat>
  <Paragraphs>2</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Citation</vt:lpstr>
      <vt:lpstr>Zava Retail Group Co. Marketing Principles</vt:lpstr>
      <vt:lpstr>Introduction</vt:lpstr>
      <vt:lpstr>Overview of Zava Retail Group and Marketing Focus</vt:lpstr>
      <vt:lpstr>Customer-Centered Marketing</vt:lpstr>
      <vt:lpstr>Principles of Customer-Centricity</vt:lpstr>
      <vt:lpstr>Omnichannel Strategy</vt:lpstr>
      <vt:lpstr>Integration of Physical and Digital Channels</vt:lpstr>
      <vt:lpstr>Data-Driven Marketing</vt:lpstr>
      <vt:lpstr>Leveraging Analytics for Strategic Decisions</vt:lpstr>
      <vt:lpstr>Brand Positioning</vt:lpstr>
      <vt:lpstr>Building a Strong Brand Identity</vt:lpstr>
      <vt:lpstr>Digital Engagement</vt:lpstr>
      <vt:lpstr>Maximizing Online Interaction</vt:lpstr>
      <vt:lpstr>Conclusion</vt:lpstr>
      <vt:lpstr>Summary of Marketing Principles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created xsi:type="dcterms:W3CDTF">2024-06-26T20:20:27Z</dcterms:created>
  <dcterms:modified xsi:type="dcterms:W3CDTF">2026-01-16T14:57:28Z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