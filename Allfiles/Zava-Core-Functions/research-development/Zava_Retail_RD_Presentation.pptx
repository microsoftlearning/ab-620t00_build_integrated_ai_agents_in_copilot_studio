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Zava Retail Group Co.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R&amp;D Plan and Objectives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R&amp;D Focus Areas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&amp; Automation</a:t>
            </a:r>
          </a:p>
          <a:p>
            <a:r>
              <a:t>• Supply Chain Optimization</a:t>
            </a:r>
          </a:p>
          <a:p>
            <a:r>
              <a:t>• Operational Intelligence</a:t>
            </a:r>
          </a:p>
          <a:p>
            <a:r>
              <a:t>• Customer Experience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R&amp;D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 speed and efficiency</a:t>
            </a:r>
          </a:p>
          <a:p>
            <a:r>
              <a:t>• Enhance data-driven decisions</a:t>
            </a:r>
          </a:p>
          <a:p>
            <a:r>
              <a:t>• Strengthen omnichannel performance</a:t>
            </a:r>
          </a:p>
          <a:p>
            <a:r>
              <a:t>• Support long-term scalability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